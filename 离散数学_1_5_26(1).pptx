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338" r:id="rId3"/>
    <p:sldId id="384" r:id="rId4"/>
    <p:sldId id="361" r:id="rId5"/>
    <p:sldId id="391" r:id="rId6"/>
    <p:sldId id="392" r:id="rId7"/>
    <p:sldId id="393" r:id="rId8"/>
  </p:sldIdLst>
  <p:sldSz cx="12192000" cy="6858000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FFCC99"/>
    <a:srgbClr val="FF00FF"/>
    <a:srgbClr val="FF7C80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86003" autoAdjust="0"/>
  </p:normalViewPr>
  <p:slideViewPr>
    <p:cSldViewPr showGuides="1">
      <p:cViewPr varScale="1">
        <p:scale>
          <a:sx n="62" d="100"/>
          <a:sy n="62" d="100"/>
        </p:scale>
        <p:origin x="72" y="4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416480" y="11309"/>
            <a:ext cx="17297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集合论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第一章 集合论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3899756" y="3212976"/>
            <a:ext cx="4392488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1.5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罗素悖论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3528392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1.5 </a:t>
            </a: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罗素悖论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79376" y="1609852"/>
            <a:ext cx="669674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分析下面定义的集合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00056" y="440040"/>
            <a:ext cx="123892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79376" y="5248148"/>
            <a:ext cx="417646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这就是著名的罗素悖论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833017" y="3212564"/>
            <a:ext cx="3989462" cy="130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  <a:r>
              <a:rPr lang="en-US" altLang="zh-CN" sz="2800" b="0" dirty="0">
                <a:solidFill>
                  <a:srgbClr val="FFCC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  <a:r>
              <a:rPr lang="en-US" altLang="zh-CN" sz="2800" b="0" dirty="0">
                <a:solidFill>
                  <a:srgbClr val="FFCCFF"/>
                </a:solidFill>
              </a:rPr>
              <a:t> </a:t>
            </a:r>
            <a:r>
              <a:rPr lang="en-US" altLang="zh-CN" sz="2800" b="0" dirty="0">
                <a:solidFill>
                  <a:srgbClr val="FFCCFF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0" dirty="0">
                <a:solidFill>
                  <a:srgbClr val="FFCCFF"/>
                </a:solidFill>
              </a:rPr>
              <a:t> </a:t>
            </a: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  <a:r>
              <a:rPr lang="en-US" altLang="zh-CN" sz="2800" b="0" dirty="0">
                <a:solidFill>
                  <a:srgbClr val="FFCCFF"/>
                </a:solidFill>
                <a:sym typeface="Symbol" panose="05050102010706020507" pitchFamily="18" charset="2"/>
              </a:rPr>
              <a:t></a:t>
            </a: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  <a:r>
              <a:rPr lang="en-US" altLang="zh-CN" sz="2800" b="0" dirty="0">
                <a:solidFill>
                  <a:srgbClr val="FFCCFF"/>
                </a:solidFill>
                <a:sym typeface="Symbol" panose="05050102010706020507" pitchFamily="18" charset="2"/>
              </a:rPr>
              <a:t></a:t>
            </a: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  <a:r>
              <a:rPr lang="en-US" altLang="zh-CN" sz="2800" b="0" dirty="0">
                <a:solidFill>
                  <a:srgbClr val="FFCCFF"/>
                </a:solidFill>
              </a:rPr>
              <a:t> </a:t>
            </a:r>
            <a:r>
              <a:rPr lang="en-US" altLang="zh-CN" sz="2800" b="0" dirty="0">
                <a:solidFill>
                  <a:srgbClr val="FFCCFF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0" dirty="0">
                <a:solidFill>
                  <a:srgbClr val="FFCCFF"/>
                </a:solidFill>
              </a:rPr>
              <a:t> </a:t>
            </a: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  <a:r>
              <a:rPr lang="en-US" altLang="zh-CN" sz="2800" b="0" dirty="0">
                <a:solidFill>
                  <a:srgbClr val="FFCC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0" i="1" dirty="0">
                <a:solidFill>
                  <a:srgbClr val="FFCCFF"/>
                </a:solidFill>
              </a:rPr>
              <a:t>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27448" y="2469121"/>
            <a:ext cx="90370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定义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8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8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8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是不以自身为元素的集合的集合。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9" grpId="0"/>
      <p:bldP spid="8" grpId="0"/>
      <p:bldP spid="12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940436" y="1646169"/>
            <a:ext cx="766732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悖论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1.5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罗素悖论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94484" y="2288524"/>
            <a:ext cx="5529104" cy="1192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既真亦假</a:t>
            </a:r>
            <a:endParaRPr lang="zh-CN" alt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518321" y="3508115"/>
            <a:ext cx="3384376" cy="1192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  <a:endParaRPr lang="zh-CN" altLang="en-US" sz="26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3" grpId="0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940436" y="1646169"/>
            <a:ext cx="479552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朴素集合论中存在悖论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1.5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罗素悖论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94484" y="2564904"/>
            <a:ext cx="8345932" cy="915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仅凭直观经验建立起来的集合概念靠不住        </a:t>
            </a:r>
            <a:endParaRPr lang="zh-CN" alt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518321" y="3508115"/>
            <a:ext cx="7089443" cy="784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朴素集合论可导致悖论 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实际已经发现很多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6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940436" y="1646169"/>
            <a:ext cx="479552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悖论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1.5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罗素悖论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62994" y="2351969"/>
            <a:ext cx="8345932" cy="915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英国哲学家和数学家罗素于</a:t>
            </a:r>
            <a:r>
              <a:rPr lang="en-US" altLang="zh-CN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1901</a:t>
            </a:r>
            <a:r>
              <a:rPr lang="zh-CN" altLang="en-US" sz="2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年发现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75520" y="3511881"/>
            <a:ext cx="79208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定义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zh-CN" altLang="en-US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是不以自身为元素的集合的集合。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767408" y="1662698"/>
            <a:ext cx="817990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悖论存在的原因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1.5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罗素悖论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64222" y="2448493"/>
            <a:ext cx="8345932" cy="915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这样的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实际上不存在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或不是合法的集合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87488" y="3629724"/>
            <a:ext cx="7825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在朴素集合论的体系中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要避免非正常的“集合”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197</Words>
  <Application>Microsoft Office PowerPoint</Application>
  <PresentationFormat>宽屏</PresentationFormat>
  <Paragraphs>34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764</cp:revision>
  <dcterms:created xsi:type="dcterms:W3CDTF">2008-05-09T05:16:00Z</dcterms:created>
  <dcterms:modified xsi:type="dcterms:W3CDTF">2026-03-09T03:27:30Z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EF3E121F0B5D4558A182ACD861672841_13</vt:lpwstr>
  </property>
  <property fmtid="{D5CDD505-2E9C-101B-9397-08002B2CF9AE}" pid="3" name="KSOProductBuildVer">
    <vt:lpwstr>2052-12.1.0.16388</vt:lpwstr>
  </property>
</Properties>
</file>