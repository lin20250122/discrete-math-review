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57" r:id="rId2"/>
    <p:sldId id="377" r:id="rId3"/>
    <p:sldId id="338" r:id="rId4"/>
    <p:sldId id="356" r:id="rId5"/>
    <p:sldId id="391" r:id="rId6"/>
    <p:sldId id="357" r:id="rId7"/>
    <p:sldId id="426" r:id="rId8"/>
    <p:sldId id="423" r:id="rId9"/>
    <p:sldId id="358" r:id="rId10"/>
    <p:sldId id="392" r:id="rId11"/>
    <p:sldId id="394" r:id="rId12"/>
    <p:sldId id="395" r:id="rId13"/>
    <p:sldId id="396" r:id="rId14"/>
    <p:sldId id="416" r:id="rId15"/>
    <p:sldId id="417" r:id="rId16"/>
    <p:sldId id="418" r:id="rId17"/>
    <p:sldId id="419" r:id="rId18"/>
    <p:sldId id="420" r:id="rId19"/>
    <p:sldId id="421" r:id="rId20"/>
    <p:sldId id="424" r:id="rId21"/>
    <p:sldId id="422" r:id="rId22"/>
    <p:sldId id="425" r:id="rId23"/>
    <p:sldId id="399" r:id="rId24"/>
  </p:sldIdLst>
  <p:sldSz cx="12192000" cy="6858000"/>
  <p:notesSz cx="6858000" cy="9144000"/>
  <p:custDataLst>
    <p:tags r:id="rId26"/>
  </p:custDataLst>
  <p:defaultTextStyle>
    <a:defPPr>
      <a:defRPr lang="zh-CN"/>
    </a:defPPr>
    <a:lvl1pPr algn="l" rtl="0" fontAlgn="base">
      <a:spcBef>
        <a:spcPct val="0"/>
      </a:spcBef>
      <a:spcAft>
        <a:spcPct val="0"/>
      </a:spcAft>
      <a:defRPr kumimoji="1" sz="1600" b="1"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1600" b="1"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1600" b="1"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1600" b="1"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1600"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1600"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1600"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1600"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1600" b="1"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CCFF"/>
    <a:srgbClr val="FFFF00"/>
    <a:srgbClr val="FF7C80"/>
    <a:srgbClr val="FF3300"/>
    <a:srgbClr val="003399"/>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98" autoAdjust="0"/>
    <p:restoredTop sz="86221" autoAdjust="0"/>
  </p:normalViewPr>
  <p:slideViewPr>
    <p:cSldViewPr showGuides="1">
      <p:cViewPr varScale="1">
        <p:scale>
          <a:sx n="68" d="100"/>
          <a:sy n="68" d="100"/>
        </p:scale>
        <p:origin x="677" y="58"/>
      </p:cViewPr>
      <p:guideLst>
        <p:guide orient="horz" pos="2160"/>
        <p:guide pos="3840"/>
      </p:guideLst>
    </p:cSldViewPr>
  </p:slideViewPr>
  <p:outlineViewPr>
    <p:cViewPr>
      <p:scale>
        <a:sx n="33" d="100"/>
        <a:sy n="33" d="100"/>
      </p:scale>
      <p:origin x="0" y="0"/>
    </p:cViewPr>
  </p:outlineViewPr>
  <p:notesTextViewPr>
    <p:cViewPr>
      <p:scale>
        <a:sx n="100" d="100"/>
        <a:sy n="100" d="100"/>
      </p:scale>
      <p:origin x="0" y="-19"/>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553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spcBef>
                <a:spcPct val="0"/>
              </a:spcBef>
              <a:defRPr kumimoji="0" sz="1200" b="0">
                <a:latin typeface="Arial" panose="020B0604020202020204" pitchFamily="34" charset="0"/>
              </a:defRPr>
            </a:lvl1pPr>
          </a:lstStyle>
          <a:p>
            <a:pPr>
              <a:defRPr/>
            </a:pPr>
            <a:endParaRPr lang="en-US" altLang="zh-CN"/>
          </a:p>
        </p:txBody>
      </p:sp>
      <p:sp>
        <p:nvSpPr>
          <p:cNvPr id="65539"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spcBef>
                <a:spcPct val="0"/>
              </a:spcBef>
              <a:defRPr kumimoji="0" sz="1200" b="0">
                <a:latin typeface="Arial" panose="020B0604020202020204" pitchFamily="34" charset="0"/>
              </a:defRPr>
            </a:lvl1pPr>
          </a:lstStyle>
          <a:p>
            <a:pPr>
              <a:defRPr/>
            </a:pPr>
            <a:endParaRPr lang="en-US" altLang="zh-CN"/>
          </a:p>
        </p:txBody>
      </p:sp>
      <p:sp>
        <p:nvSpPr>
          <p:cNvPr id="38916"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65541"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5542"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a:spcBef>
                <a:spcPct val="0"/>
              </a:spcBef>
              <a:defRPr kumimoji="0" sz="1200" b="0">
                <a:latin typeface="Arial" panose="020B0604020202020204" pitchFamily="34" charset="0"/>
              </a:defRPr>
            </a:lvl1pPr>
          </a:lstStyle>
          <a:p>
            <a:pPr>
              <a:defRPr/>
            </a:pPr>
            <a:endParaRPr lang="en-US" altLang="zh-CN"/>
          </a:p>
        </p:txBody>
      </p:sp>
      <p:sp>
        <p:nvSpPr>
          <p:cNvPr id="65543"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kumimoji="0" sz="1200" b="0">
                <a:latin typeface="Arial" panose="020B0604020202020204" pitchFamily="34" charset="0"/>
              </a:defRPr>
            </a:lvl1pPr>
          </a:lstStyle>
          <a:p>
            <a:fld id="{BADCFBF9-860F-4F90-B134-F893524A9FE6}"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ADCFBF9-860F-4F90-B134-F893524A9FE6}" type="slidenum">
              <a:rPr lang="en-US" altLang="zh-CN" smtClean="0"/>
              <a:t>1</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ADCFBF9-860F-4F90-B134-F893524A9FE6}" type="slidenum">
              <a:rPr lang="en-US" altLang="zh-CN" smtClean="0"/>
              <a:t>2</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ADCFBF9-860F-4F90-B134-F893524A9FE6}" type="slidenum">
              <a:rPr lang="en-US" altLang="zh-CN" smtClean="0"/>
              <a:t>3</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代数恒等式证明方法：</a:t>
            </a:r>
            <a:endParaRPr lang="en-US" altLang="zh-CN" dirty="0"/>
          </a:p>
          <a:p>
            <a:r>
              <a:rPr lang="zh-CN" altLang="en-US" dirty="0"/>
              <a:t>①将左边转化为右边或右边转化为左边，一般从复杂向简单的方向化解；</a:t>
            </a:r>
            <a:endParaRPr lang="en-US" altLang="zh-CN" dirty="0"/>
          </a:p>
          <a:p>
            <a:r>
              <a:rPr lang="zh-CN" altLang="en-US" dirty="0"/>
              <a:t>②两边同时变形，化为相同代数式；</a:t>
            </a:r>
            <a:endParaRPr lang="en-US" altLang="zh-CN" dirty="0"/>
          </a:p>
          <a:p>
            <a:r>
              <a:rPr lang="zh-CN" altLang="en-US" dirty="0"/>
              <a:t>③证明左边</a:t>
            </a:r>
            <a:r>
              <a:rPr lang="en-US" altLang="zh-CN" dirty="0"/>
              <a:t>-</a:t>
            </a:r>
            <a:r>
              <a:rPr lang="zh-CN" altLang="en-US" dirty="0"/>
              <a:t>右边</a:t>
            </a:r>
            <a:r>
              <a:rPr lang="en-US" altLang="zh-CN" dirty="0"/>
              <a:t>=0</a:t>
            </a:r>
            <a:r>
              <a:rPr lang="zh-CN" altLang="en-US" dirty="0"/>
              <a:t>或左边</a:t>
            </a:r>
            <a:r>
              <a:rPr lang="en-US" altLang="zh-CN" dirty="0"/>
              <a:t>/</a:t>
            </a:r>
            <a:r>
              <a:rPr lang="zh-CN" altLang="en-US" dirty="0"/>
              <a:t>右边</a:t>
            </a:r>
            <a:r>
              <a:rPr lang="en-US" altLang="zh-CN" dirty="0"/>
              <a:t>=1</a:t>
            </a:r>
            <a:r>
              <a:rPr lang="zh-CN" altLang="en-US" dirty="0"/>
              <a:t>且右边≠</a:t>
            </a:r>
            <a:r>
              <a:rPr lang="en-US" altLang="zh-CN" dirty="0"/>
              <a:t>0</a:t>
            </a:r>
          </a:p>
        </p:txBody>
      </p:sp>
      <p:sp>
        <p:nvSpPr>
          <p:cNvPr id="4" name="灯片编号占位符 3"/>
          <p:cNvSpPr>
            <a:spLocks noGrp="1"/>
          </p:cNvSpPr>
          <p:nvPr>
            <p:ph type="sldNum" sz="quarter" idx="5"/>
          </p:nvPr>
        </p:nvSpPr>
        <p:spPr/>
        <p:txBody>
          <a:bodyPr/>
          <a:lstStyle/>
          <a:p>
            <a:fld id="{BADCFBF9-860F-4F90-B134-F893524A9FE6}" type="slidenum">
              <a:rPr lang="en-US" altLang="zh-CN" smtClean="0"/>
              <a:t>22</a:t>
            </a:fld>
            <a:endParaRPr lang="en-US" altLang="zh-CN"/>
          </a:p>
        </p:txBody>
      </p:sp>
    </p:spTree>
    <p:extLst>
      <p:ext uri="{BB962C8B-B14F-4D97-AF65-F5344CB8AC3E}">
        <p14:creationId xmlns:p14="http://schemas.microsoft.com/office/powerpoint/2010/main" val="7687367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ADCFBF9-860F-4F90-B134-F893524A9FE6}" type="slidenum">
              <a:rPr lang="en-US" altLang="zh-CN" smtClean="0"/>
              <a:t>23</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dirty="0"/>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dirty="0"/>
              <a:t>单击此处编辑母版副标题样式</a:t>
            </a:r>
          </a:p>
        </p:txBody>
      </p:sp>
      <p:sp>
        <p:nvSpPr>
          <p:cNvPr id="4" name="Rectangle 6"/>
          <p:cNvSpPr>
            <a:spLocks noGrp="1" noChangeArrowheads="1"/>
          </p:cNvSpPr>
          <p:nvPr>
            <p:ph type="sldNum" sz="quarter" idx="10"/>
          </p:nvPr>
        </p:nvSpPr>
        <p:spPr/>
        <p:txBody>
          <a:bodyPr/>
          <a:lstStyle>
            <a:lvl1pPr>
              <a:defRPr/>
            </a:lvl1pPr>
          </a:lstStyle>
          <a:p>
            <a:fld id="{F7F6A5AF-1443-405D-A63C-1DA2EF827E5F}" type="slidenum">
              <a:rPr lang="en-US" altLang="zh-CN"/>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TextBox 8"/>
          <p:cNvSpPr txBox="1">
            <a:spLocks noChangeArrowheads="1"/>
          </p:cNvSpPr>
          <p:nvPr userDrawn="1"/>
        </p:nvSpPr>
        <p:spPr bwMode="auto">
          <a:xfrm>
            <a:off x="10970762" y="50195"/>
            <a:ext cx="121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spcBef>
                <a:spcPct val="50000"/>
              </a:spcBef>
              <a:defRPr/>
            </a:pPr>
            <a:r>
              <a:rPr lang="zh-CN" altLang="en-US" sz="2000" dirty="0">
                <a:solidFill>
                  <a:srgbClr val="7F7F7F"/>
                </a:solidFill>
              </a:rPr>
              <a:t>离散数学</a:t>
            </a:r>
          </a:p>
        </p:txBody>
      </p:sp>
      <p:sp>
        <p:nvSpPr>
          <p:cNvPr id="2" name="标题 1"/>
          <p:cNvSpPr>
            <a:spLocks noGrp="1"/>
          </p:cNvSpPr>
          <p:nvPr>
            <p:ph type="title"/>
          </p:nvPr>
        </p:nvSpPr>
        <p:spPr>
          <a:xfrm>
            <a:off x="911424" y="50195"/>
            <a:ext cx="10972800" cy="1143000"/>
          </a:xfrm>
        </p:spPr>
        <p:txBody>
          <a:body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p:cNvSpPr>
            <a:spLocks noGrp="1" noChangeArrowheads="1"/>
          </p:cNvSpPr>
          <p:nvPr>
            <p:ph type="sldNum" sz="quarter" idx="10"/>
          </p:nvPr>
        </p:nvSpPr>
        <p:spPr/>
        <p:txBody>
          <a:bodyPr/>
          <a:lstStyle>
            <a:lvl1pPr>
              <a:defRPr>
                <a:solidFill>
                  <a:srgbClr val="003399"/>
                </a:solidFill>
              </a:defRPr>
            </a:lvl1pPr>
          </a:lstStyle>
          <a:p>
            <a:fld id="{9D73877B-74AE-4634-8955-8B92B699D7D7}" type="slidenum">
              <a:rPr lang="en-US" altLang="zh-CN"/>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xfrm>
            <a:off x="609600" y="6245225"/>
            <a:ext cx="2844800" cy="476250"/>
          </a:xfrm>
          <a:prstGeom prst="rect">
            <a:avLst/>
          </a:prstGeom>
        </p:spPr>
        <p:txBody>
          <a:bodyPr/>
          <a:lstStyle>
            <a:lvl1pPr algn="ctr">
              <a:spcBef>
                <a:spcPct val="50000"/>
              </a:spcBef>
              <a:defRPr/>
            </a:lvl1pPr>
          </a:lstStyle>
          <a:p>
            <a:pPr>
              <a:defRPr/>
            </a:pPr>
            <a:endParaRPr lang="en-US" altLang="zh-CN"/>
          </a:p>
        </p:txBody>
      </p:sp>
      <p:sp>
        <p:nvSpPr>
          <p:cNvPr id="6" name="Rectangle 5"/>
          <p:cNvSpPr>
            <a:spLocks noGrp="1" noChangeArrowheads="1"/>
          </p:cNvSpPr>
          <p:nvPr>
            <p:ph type="ftr" sz="quarter" idx="11"/>
          </p:nvPr>
        </p:nvSpPr>
        <p:spPr>
          <a:xfrm>
            <a:off x="4165600" y="6245225"/>
            <a:ext cx="3860800" cy="476250"/>
          </a:xfrm>
          <a:prstGeom prst="rect">
            <a:avLst/>
          </a:prstGeom>
        </p:spPr>
        <p:txBody>
          <a:bodyPr/>
          <a:lstStyle>
            <a:lvl1pPr algn="ctr">
              <a:spcBef>
                <a:spcPct val="50000"/>
              </a:spcBef>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fld id="{C51CD6DC-2977-469C-827E-1A1841E80F85}"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xfrm>
            <a:off x="609600" y="6245225"/>
            <a:ext cx="2844800" cy="476250"/>
          </a:xfrm>
          <a:prstGeom prst="rect">
            <a:avLst/>
          </a:prstGeom>
        </p:spPr>
        <p:txBody>
          <a:bodyPr/>
          <a:lstStyle>
            <a:lvl1pPr algn="ctr">
              <a:spcBef>
                <a:spcPct val="50000"/>
              </a:spcBef>
              <a:defRPr/>
            </a:lvl1pPr>
          </a:lstStyle>
          <a:p>
            <a:pPr>
              <a:defRPr/>
            </a:pPr>
            <a:endParaRPr lang="en-US" altLang="zh-CN"/>
          </a:p>
        </p:txBody>
      </p:sp>
      <p:sp>
        <p:nvSpPr>
          <p:cNvPr id="4" name="Rectangle 5"/>
          <p:cNvSpPr>
            <a:spLocks noGrp="1" noChangeArrowheads="1"/>
          </p:cNvSpPr>
          <p:nvPr>
            <p:ph type="ftr" sz="quarter" idx="11"/>
          </p:nvPr>
        </p:nvSpPr>
        <p:spPr>
          <a:xfrm>
            <a:off x="4165600" y="6245225"/>
            <a:ext cx="3860800" cy="476250"/>
          </a:xfrm>
          <a:prstGeom prst="rect">
            <a:avLst/>
          </a:prstGeom>
        </p:spPr>
        <p:txBody>
          <a:bodyPr/>
          <a:lstStyle>
            <a:lvl1pPr algn="ctr">
              <a:spcBef>
                <a:spcPct val="50000"/>
              </a:spcBef>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fld id="{D12FC91A-76FC-48FB-8078-168CC0EC6377}"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TextBox 7"/>
          <p:cNvSpPr txBox="1">
            <a:spLocks noChangeArrowheads="1"/>
          </p:cNvSpPr>
          <p:nvPr userDrawn="1"/>
        </p:nvSpPr>
        <p:spPr bwMode="auto">
          <a:xfrm>
            <a:off x="10155493" y="9248"/>
            <a:ext cx="201777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spcBef>
                <a:spcPct val="50000"/>
              </a:spcBef>
              <a:defRPr/>
            </a:pPr>
            <a:r>
              <a:rPr lang="zh-CN" altLang="en-US" sz="2000" b="0" dirty="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第</a:t>
            </a:r>
            <a:r>
              <a:rPr lang="en-US" altLang="zh-CN" sz="2000" b="0" dirty="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000" b="0" dirty="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章  命题逻辑</a:t>
            </a:r>
            <a:endParaRPr lang="en-US" altLang="zh-CN" sz="2000" b="0" dirty="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Rectangle 4"/>
          <p:cNvSpPr>
            <a:spLocks noGrp="1" noChangeArrowheads="1"/>
          </p:cNvSpPr>
          <p:nvPr>
            <p:ph type="dt" sz="half" idx="10"/>
          </p:nvPr>
        </p:nvSpPr>
        <p:spPr>
          <a:xfrm>
            <a:off x="609600" y="6245225"/>
            <a:ext cx="2844800" cy="476250"/>
          </a:xfrm>
          <a:prstGeom prst="rect">
            <a:avLst/>
          </a:prstGeom>
        </p:spPr>
        <p:txBody>
          <a:bodyPr/>
          <a:lstStyle>
            <a:lvl1pPr algn="ctr">
              <a:spcBef>
                <a:spcPct val="50000"/>
              </a:spcBef>
              <a:defRPr/>
            </a:lvl1pPr>
          </a:lstStyle>
          <a:p>
            <a:pPr>
              <a:defRPr/>
            </a:pPr>
            <a:endParaRPr lang="en-US" altLang="zh-CN"/>
          </a:p>
        </p:txBody>
      </p:sp>
      <p:sp>
        <p:nvSpPr>
          <p:cNvPr id="4" name="Rectangle 5"/>
          <p:cNvSpPr>
            <a:spLocks noGrp="1" noChangeArrowheads="1"/>
          </p:cNvSpPr>
          <p:nvPr>
            <p:ph type="ftr" sz="quarter" idx="11"/>
          </p:nvPr>
        </p:nvSpPr>
        <p:spPr>
          <a:xfrm>
            <a:off x="4165600" y="6245225"/>
            <a:ext cx="3860800" cy="476250"/>
          </a:xfrm>
          <a:prstGeom prst="rect">
            <a:avLst/>
          </a:prstGeom>
        </p:spPr>
        <p:txBody>
          <a:bodyPr/>
          <a:lstStyle>
            <a:lvl1pPr algn="ctr">
              <a:spcBef>
                <a:spcPct val="50000"/>
              </a:spcBef>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fld id="{19472F5C-1417-4827-93CA-7FE37B1FF370}" type="slidenum">
              <a:rPr lang="en-US" altLang="zh-CN"/>
              <a:t>‹#›</a:t>
            </a:fld>
            <a:endParaRPr lang="en-US" altLang="zh-CN"/>
          </a:p>
        </p:txBody>
      </p:sp>
      <p:sp>
        <p:nvSpPr>
          <p:cNvPr id="7" name="圆角矩形 4"/>
          <p:cNvSpPr>
            <a:spLocks noChangeArrowheads="1"/>
          </p:cNvSpPr>
          <p:nvPr userDrawn="1"/>
        </p:nvSpPr>
        <p:spPr bwMode="auto">
          <a:xfrm>
            <a:off x="263352" y="1556791"/>
            <a:ext cx="11665296" cy="4943673"/>
          </a:xfrm>
          <a:prstGeom prst="roundRect">
            <a:avLst>
              <a:gd name="adj" fmla="val 5406"/>
            </a:avLst>
          </a:prstGeom>
          <a:noFill/>
          <a:ln w="38100" algn="ctr">
            <a:solidFill>
              <a:srgbClr val="92D050"/>
            </a:solidFill>
            <a:rou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en-US" sz="1600">
              <a:solidFill>
                <a:schemeClr val="tx1"/>
              </a:solidFill>
              <a:latin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7"/>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27" name="Rectangle 3"/>
          <p:cNvSpPr>
            <a:spLocks noGrp="1" noChangeArrowheads="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30" name="Rectangle 6"/>
          <p:cNvSpPr>
            <a:spLocks noGrp="1" noChangeArrowheads="1"/>
          </p:cNvSpPr>
          <p:nvPr>
            <p:ph type="sldNum" sz="quarter" idx="4"/>
          </p:nvPr>
        </p:nvSpPr>
        <p:spPr bwMode="auto">
          <a:xfrm>
            <a:off x="2117" y="6503989"/>
            <a:ext cx="812800" cy="238125"/>
          </a:xfrm>
          <a:prstGeom prst="rect">
            <a:avLst/>
          </a:prstGeom>
          <a:noFill/>
          <a:ln w="9525">
            <a:noFill/>
            <a:miter lim="800000"/>
          </a:ln>
          <a:effectLst/>
        </p:spPr>
        <p:txBody>
          <a:bodyPr vert="horz" wrap="square" lIns="91440" tIns="45720" rIns="91440" bIns="45720" numCol="1" anchor="t" anchorCtr="0" compatLnSpc="1"/>
          <a:lstStyle>
            <a:lvl1pPr algn="ctr">
              <a:defRPr kumimoji="0" sz="1400" b="0">
                <a:solidFill>
                  <a:srgbClr val="7F7F7F"/>
                </a:solidFill>
                <a:latin typeface="Arial" panose="020B0604020202020204" pitchFamily="34" charset="0"/>
              </a:defRPr>
            </a:lvl1pPr>
          </a:lstStyle>
          <a:p>
            <a:fld id="{56FB0DFF-F635-4648-B05A-78129B270A74}"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ctr" rtl="0" eaLnBrk="0" fontAlgn="base" hangingPunct="0">
        <a:spcBef>
          <a:spcPct val="0"/>
        </a:spcBef>
        <a:spcAft>
          <a:spcPct val="0"/>
        </a:spcAft>
        <a:defRPr sz="4400">
          <a:solidFill>
            <a:schemeClr val="bg1"/>
          </a:solidFill>
          <a:latin typeface="+mj-lt"/>
          <a:ea typeface="+mj-ea"/>
          <a:cs typeface="+mj-cs"/>
        </a:defRPr>
      </a:lvl1pPr>
      <a:lvl2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bg1"/>
          </a:solidFill>
          <a:latin typeface="+mn-lt"/>
          <a:ea typeface="+mn-ea"/>
          <a:cs typeface="+mn-cs"/>
        </a:defRPr>
      </a:lvl1pPr>
      <a:lvl2pPr marL="742950" indent="-285750" algn="l" rtl="0" eaLnBrk="0" fontAlgn="base" hangingPunct="0">
        <a:spcBef>
          <a:spcPct val="20000"/>
        </a:spcBef>
        <a:spcAft>
          <a:spcPct val="0"/>
        </a:spcAft>
        <a:buChar char="–"/>
        <a:defRPr sz="2800">
          <a:solidFill>
            <a:schemeClr val="bg1"/>
          </a:solidFill>
          <a:latin typeface="+mn-lt"/>
          <a:ea typeface="+mn-ea"/>
        </a:defRPr>
      </a:lvl2pPr>
      <a:lvl3pPr marL="1143000" indent="-228600" algn="l" rtl="0" eaLnBrk="0" fontAlgn="base" hangingPunct="0">
        <a:spcBef>
          <a:spcPct val="20000"/>
        </a:spcBef>
        <a:spcAft>
          <a:spcPct val="0"/>
        </a:spcAft>
        <a:buChar char="•"/>
        <a:defRPr sz="2400">
          <a:solidFill>
            <a:schemeClr val="bg1"/>
          </a:solidFill>
          <a:latin typeface="+mn-lt"/>
          <a:ea typeface="+mn-ea"/>
        </a:defRPr>
      </a:lvl3pPr>
      <a:lvl4pPr marL="1600200" indent="-228600" algn="l" rtl="0" eaLnBrk="0" fontAlgn="base" hangingPunct="0">
        <a:spcBef>
          <a:spcPct val="20000"/>
        </a:spcBef>
        <a:spcAft>
          <a:spcPct val="0"/>
        </a:spcAft>
        <a:buChar char="–"/>
        <a:defRPr sz="2000">
          <a:solidFill>
            <a:schemeClr val="bg1"/>
          </a:solidFill>
          <a:latin typeface="+mn-lt"/>
          <a:ea typeface="+mn-ea"/>
        </a:defRPr>
      </a:lvl4pPr>
      <a:lvl5pPr marL="2057400" indent="-228600" algn="l" rtl="0" eaLnBrk="0" fontAlgn="base" hangingPunct="0">
        <a:spcBef>
          <a:spcPct val="20000"/>
        </a:spcBef>
        <a:spcAft>
          <a:spcPct val="0"/>
        </a:spcAft>
        <a:buChar char="»"/>
        <a:defRPr sz="2000">
          <a:solidFill>
            <a:schemeClr val="bg1"/>
          </a:solidFill>
          <a:latin typeface="+mn-lt"/>
          <a:ea typeface="+mn-ea"/>
        </a:defRPr>
      </a:lvl5pPr>
      <a:lvl6pPr marL="2514600" indent="-228600" algn="l" rtl="0" fontAlgn="base">
        <a:spcBef>
          <a:spcPct val="20000"/>
        </a:spcBef>
        <a:spcAft>
          <a:spcPct val="0"/>
        </a:spcAft>
        <a:buChar char="»"/>
        <a:defRPr sz="2000">
          <a:solidFill>
            <a:schemeClr val="bg1"/>
          </a:solidFill>
          <a:latin typeface="+mn-lt"/>
          <a:ea typeface="+mn-ea"/>
        </a:defRPr>
      </a:lvl6pPr>
      <a:lvl7pPr marL="2971800" indent="-228600" algn="l" rtl="0" fontAlgn="base">
        <a:spcBef>
          <a:spcPct val="20000"/>
        </a:spcBef>
        <a:spcAft>
          <a:spcPct val="0"/>
        </a:spcAft>
        <a:buChar char="»"/>
        <a:defRPr sz="2000">
          <a:solidFill>
            <a:schemeClr val="bg1"/>
          </a:solidFill>
          <a:latin typeface="+mn-lt"/>
          <a:ea typeface="+mn-ea"/>
        </a:defRPr>
      </a:lvl7pPr>
      <a:lvl8pPr marL="3429000" indent="-228600" algn="l" rtl="0" fontAlgn="base">
        <a:spcBef>
          <a:spcPct val="20000"/>
        </a:spcBef>
        <a:spcAft>
          <a:spcPct val="0"/>
        </a:spcAft>
        <a:buChar char="»"/>
        <a:defRPr sz="2000">
          <a:solidFill>
            <a:schemeClr val="bg1"/>
          </a:solidFill>
          <a:latin typeface="+mn-lt"/>
          <a:ea typeface="+mn-ea"/>
        </a:defRPr>
      </a:lvl8pPr>
      <a:lvl9pPr marL="3886200" indent="-228600" algn="l" rtl="0" fontAlgn="base">
        <a:spcBef>
          <a:spcPct val="20000"/>
        </a:spcBef>
        <a:spcAft>
          <a:spcPct val="0"/>
        </a:spcAft>
        <a:buChar char="»"/>
        <a:defRPr sz="2000">
          <a:solidFill>
            <a:schemeClr val="bg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5.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tags" Target="../tags/tag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txBox="1">
            <a:spLocks noChangeArrowheads="1"/>
          </p:cNvSpPr>
          <p:nvPr/>
        </p:nvSpPr>
        <p:spPr bwMode="auto">
          <a:xfrm>
            <a:off x="2135188" y="1773238"/>
            <a:ext cx="7772400" cy="1583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5400" b="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楷体_GB2312"/>
              </a:rPr>
              <a:t>第三章 命题逻辑</a:t>
            </a:r>
          </a:p>
        </p:txBody>
      </p:sp>
      <p:sp>
        <p:nvSpPr>
          <p:cNvPr id="6" name="Rectangle 3"/>
          <p:cNvSpPr txBox="1">
            <a:spLocks noChangeArrowheads="1"/>
          </p:cNvSpPr>
          <p:nvPr/>
        </p:nvSpPr>
        <p:spPr bwMode="auto">
          <a:xfrm>
            <a:off x="2423592" y="4221088"/>
            <a:ext cx="7772400" cy="1727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ctr" eaLnBrk="1" hangingPunct="1">
              <a:lnSpc>
                <a:spcPct val="150000"/>
              </a:lnSpc>
              <a:buFontTx/>
              <a:buNone/>
            </a:pPr>
            <a:r>
              <a:rPr lang="zh-CN" altLang="en-US" b="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华东师范大学计算机科学与技术学院</a:t>
            </a:r>
            <a:endParaRPr lang="en-US" altLang="zh-CN" b="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algn="ctr" eaLnBrk="1" hangingPunct="1">
              <a:lnSpc>
                <a:spcPct val="150000"/>
              </a:lnSpc>
              <a:buFontTx/>
              <a:buNone/>
            </a:pPr>
            <a:r>
              <a:rPr lang="zh-CN" altLang="en-US" b="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主讲教师：卢兴见</a:t>
            </a:r>
            <a:endParaRPr lang="en-US" altLang="zh-CN" b="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3"/>
          <p:cNvSpPr txBox="1">
            <a:spLocks noChangeArrowheads="1"/>
          </p:cNvSpPr>
          <p:nvPr/>
        </p:nvSpPr>
        <p:spPr bwMode="auto">
          <a:xfrm>
            <a:off x="551384" y="1791480"/>
            <a:ext cx="511256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457200" indent="-457200" eaLnBrk="1" hangingPunct="1">
              <a:spcBef>
                <a:spcPct val="50000"/>
              </a:spcBef>
              <a:buClr>
                <a:srgbClr val="FFC000"/>
              </a:buClr>
              <a:buSzPct val="80000"/>
              <a:buFont typeface="Wingdings" panose="05000000000000000000" pitchFamily="2" charset="2"/>
              <a:buChar char="n"/>
              <a:defRPr sz="2800" b="0">
                <a:solidFill>
                  <a:srgbClr val="FFFF0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defRPr>
            </a:lvl1pPr>
            <a:lvl2pPr marL="742950" indent="-285750">
              <a:spcBef>
                <a:spcPct val="20000"/>
              </a:spcBef>
              <a:buChar char="–"/>
              <a:defRPr sz="2800">
                <a:solidFill>
                  <a:schemeClr val="bg1"/>
                </a:solidFill>
                <a:latin typeface="Arial" panose="020B0604020202020204" pitchFamily="34" charset="0"/>
              </a:defRPr>
            </a:lvl2pPr>
            <a:lvl3pPr marL="1143000" indent="-228600">
              <a:spcBef>
                <a:spcPct val="20000"/>
              </a:spcBef>
              <a:buChar char="•"/>
              <a:defRPr sz="2400">
                <a:solidFill>
                  <a:schemeClr val="bg1"/>
                </a:solidFill>
                <a:latin typeface="Arial" panose="020B0604020202020204" pitchFamily="34" charset="0"/>
              </a:defRPr>
            </a:lvl3pPr>
            <a:lvl4pPr marL="1600200" indent="-228600">
              <a:spcBef>
                <a:spcPct val="20000"/>
              </a:spcBef>
              <a:buChar char="–"/>
              <a:defRPr sz="2000">
                <a:solidFill>
                  <a:schemeClr val="bg1"/>
                </a:solidFill>
                <a:latin typeface="Arial" panose="020B0604020202020204" pitchFamily="34" charset="0"/>
              </a:defRPr>
            </a:lvl4pPr>
            <a:lvl5pPr marL="2057400" indent="-228600">
              <a:spcBef>
                <a:spcPct val="20000"/>
              </a:spcBef>
              <a:buChar char="»"/>
              <a:defRPr sz="2000">
                <a:solidFill>
                  <a:schemeClr val="bg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defRPr>
            </a:lvl9pPr>
          </a:lstStyle>
          <a:p>
            <a:r>
              <a:rPr lang="zh-CN" altLang="en-US" dirty="0"/>
              <a:t>命题公式可作等值演算</a:t>
            </a:r>
          </a:p>
        </p:txBody>
      </p:sp>
      <p:sp>
        <p:nvSpPr>
          <p:cNvPr id="8" name="Rectangle 2"/>
          <p:cNvSpPr txBox="1">
            <a:spLocks noChangeArrowheads="1"/>
          </p:cNvSpPr>
          <p:nvPr/>
        </p:nvSpPr>
        <p:spPr bwMode="auto">
          <a:xfrm>
            <a:off x="5015880" y="306301"/>
            <a:ext cx="4248472"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3600" b="0" dirty="0">
                <a:latin typeface="Times New Roman" panose="02020603050405020304" pitchFamily="18" charset="0"/>
                <a:ea typeface="微软雅黑" panose="020B0503020204020204" pitchFamily="34" charset="-122"/>
                <a:cs typeface="Times New Roman" panose="02020603050405020304" pitchFamily="18" charset="0"/>
              </a:rPr>
              <a:t>3.2</a:t>
            </a:r>
            <a:r>
              <a:rPr lang="en-US" altLang="zh-CN" sz="36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3600" b="0" dirty="0">
                <a:latin typeface="Times New Roman" panose="02020603050405020304" pitchFamily="18" charset="0"/>
                <a:ea typeface="微软雅黑" panose="020B0503020204020204" pitchFamily="34" charset="-122"/>
                <a:cs typeface="Times New Roman" panose="02020603050405020304" pitchFamily="18" charset="0"/>
              </a:rPr>
              <a:t>等值演算</a:t>
            </a:r>
            <a:endParaRPr lang="zh-CN" altLang="en-US" sz="36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文本框 8"/>
          <p:cNvSpPr txBox="1"/>
          <p:nvPr/>
        </p:nvSpPr>
        <p:spPr>
          <a:xfrm>
            <a:off x="1736129" y="2280965"/>
            <a:ext cx="4896544" cy="714747"/>
          </a:xfrm>
          <a:prstGeom prst="rect">
            <a:avLst/>
          </a:prstGeom>
          <a:noFill/>
        </p:spPr>
        <p:txBody>
          <a:bodyPr wrap="square">
            <a:spAutoFit/>
          </a:bodyPr>
          <a:lstStyle>
            <a:defPPr>
              <a:defRPr lang="zh-CN"/>
            </a:defPPr>
            <a:lvl1pPr marL="0" indent="0" eaLnBrk="1" hangingPunct="1">
              <a:lnSpc>
                <a:spcPct val="200000"/>
              </a:lnSpc>
              <a:defRPr sz="2400" b="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defRPr>
            </a:lvl1pPr>
          </a:lstStyle>
          <a:p>
            <a:r>
              <a:rPr lang="zh-CN" altLang="en-US" dirty="0"/>
              <a:t>类比代数演算和集合演算</a:t>
            </a:r>
            <a:endParaRPr lang="en-US" altLang="zh-CN" dirty="0"/>
          </a:p>
        </p:txBody>
      </p:sp>
      <p:sp>
        <p:nvSpPr>
          <p:cNvPr id="5" name="Rectangle 3"/>
          <p:cNvSpPr txBox="1">
            <a:spLocks noChangeArrowheads="1"/>
          </p:cNvSpPr>
          <p:nvPr/>
        </p:nvSpPr>
        <p:spPr bwMode="auto">
          <a:xfrm>
            <a:off x="576387" y="3190279"/>
            <a:ext cx="707977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457200" indent="-457200" eaLnBrk="1" hangingPunct="1">
              <a:spcBef>
                <a:spcPct val="50000"/>
              </a:spcBef>
              <a:buClr>
                <a:srgbClr val="FFC000"/>
              </a:buClr>
              <a:buSzPct val="80000"/>
              <a:buFont typeface="Wingdings" panose="05000000000000000000" pitchFamily="2" charset="2"/>
              <a:buChar char="n"/>
              <a:defRPr sz="2800" b="0">
                <a:solidFill>
                  <a:srgbClr val="FFFF0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defRPr>
            </a:lvl1pPr>
            <a:lvl2pPr marL="742950" indent="-285750">
              <a:spcBef>
                <a:spcPct val="20000"/>
              </a:spcBef>
              <a:buChar char="–"/>
              <a:defRPr sz="2800">
                <a:solidFill>
                  <a:schemeClr val="bg1"/>
                </a:solidFill>
                <a:latin typeface="Arial" panose="020B0604020202020204" pitchFamily="34" charset="0"/>
              </a:defRPr>
            </a:lvl2pPr>
            <a:lvl3pPr marL="1143000" indent="-228600">
              <a:spcBef>
                <a:spcPct val="20000"/>
              </a:spcBef>
              <a:buChar char="•"/>
              <a:defRPr sz="2400">
                <a:solidFill>
                  <a:schemeClr val="bg1"/>
                </a:solidFill>
                <a:latin typeface="Arial" panose="020B0604020202020204" pitchFamily="34" charset="0"/>
              </a:defRPr>
            </a:lvl3pPr>
            <a:lvl4pPr marL="1600200" indent="-228600">
              <a:spcBef>
                <a:spcPct val="20000"/>
              </a:spcBef>
              <a:buChar char="–"/>
              <a:defRPr sz="2000">
                <a:solidFill>
                  <a:schemeClr val="bg1"/>
                </a:solidFill>
                <a:latin typeface="Arial" panose="020B0604020202020204" pitchFamily="34" charset="0"/>
              </a:defRPr>
            </a:lvl4pPr>
            <a:lvl5pPr marL="2057400" indent="-228600">
              <a:spcBef>
                <a:spcPct val="20000"/>
              </a:spcBef>
              <a:buChar char="»"/>
              <a:defRPr sz="2000">
                <a:solidFill>
                  <a:schemeClr val="bg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defRPr>
            </a:lvl9pPr>
          </a:lstStyle>
          <a:p>
            <a:r>
              <a:rPr lang="zh-CN" altLang="en-US" dirty="0"/>
              <a:t>公式</a:t>
            </a:r>
            <a:r>
              <a:rPr lang="en-US" altLang="zh-CN" dirty="0"/>
              <a:t>(</a:t>
            </a:r>
            <a:r>
              <a:rPr lang="zh-CN" altLang="en-US" dirty="0"/>
              <a:t>代数</a:t>
            </a:r>
            <a:r>
              <a:rPr lang="en-US" altLang="zh-CN" dirty="0"/>
              <a:t>)</a:t>
            </a:r>
            <a:r>
              <a:rPr lang="zh-CN" altLang="en-US" dirty="0"/>
              <a:t>演算即公式</a:t>
            </a:r>
            <a:r>
              <a:rPr lang="en-US" altLang="zh-CN" dirty="0"/>
              <a:t>(</a:t>
            </a:r>
            <a:r>
              <a:rPr lang="zh-CN" altLang="en-US" dirty="0"/>
              <a:t>符号串</a:t>
            </a:r>
            <a:r>
              <a:rPr lang="en-US" altLang="zh-CN" dirty="0"/>
              <a:t>)</a:t>
            </a:r>
            <a:r>
              <a:rPr lang="zh-CN" altLang="en-US" dirty="0"/>
              <a:t>变换</a:t>
            </a:r>
            <a:endParaRPr lang="en-US" altLang="zh-CN" dirty="0"/>
          </a:p>
        </p:txBody>
      </p:sp>
      <p:sp>
        <p:nvSpPr>
          <p:cNvPr id="10" name="文本框 9"/>
          <p:cNvSpPr txBox="1"/>
          <p:nvPr/>
        </p:nvSpPr>
        <p:spPr>
          <a:xfrm>
            <a:off x="1559496" y="3792637"/>
            <a:ext cx="9311505" cy="2308324"/>
          </a:xfrm>
          <a:prstGeom prst="rect">
            <a:avLst/>
          </a:prstGeom>
          <a:noFill/>
        </p:spPr>
        <p:txBody>
          <a:bodyPr wrap="square">
            <a:spAutoFit/>
          </a:bodyPr>
          <a:lstStyle>
            <a:defPPr>
              <a:defRPr lang="zh-CN"/>
            </a:defPPr>
            <a:lvl1pPr marL="0" indent="0" eaLnBrk="1" hangingPunct="1">
              <a:lnSpc>
                <a:spcPct val="200000"/>
              </a:lnSpc>
              <a:defRPr sz="2400" b="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defRPr>
            </a:lvl1pPr>
          </a:lstStyle>
          <a:p>
            <a:r>
              <a:rPr lang="en-US" altLang="zh-CN" dirty="0"/>
              <a:t>(1) </a:t>
            </a:r>
            <a:r>
              <a:rPr lang="zh-CN" altLang="en-US" dirty="0"/>
              <a:t>以</a:t>
            </a:r>
            <a:r>
              <a:rPr lang="en-US" altLang="zh-CN" dirty="0"/>
              <a:t>“</a:t>
            </a:r>
            <a:r>
              <a:rPr lang="zh-CN" altLang="en-US" dirty="0"/>
              <a:t>相等</a:t>
            </a:r>
            <a:r>
              <a:rPr lang="en-US" altLang="zh-CN" dirty="0"/>
              <a:t>”</a:t>
            </a:r>
            <a:r>
              <a:rPr lang="zh-CN" altLang="en-US" dirty="0"/>
              <a:t>的概念</a:t>
            </a:r>
            <a:r>
              <a:rPr lang="en-US" altLang="zh-CN" dirty="0"/>
              <a:t>(</a:t>
            </a:r>
            <a:r>
              <a:rPr lang="zh-CN" altLang="en-US" dirty="0"/>
              <a:t>语义</a:t>
            </a:r>
            <a:r>
              <a:rPr lang="en-US" altLang="zh-CN" dirty="0"/>
              <a:t>)</a:t>
            </a:r>
            <a:r>
              <a:rPr lang="zh-CN" altLang="en-US" dirty="0"/>
              <a:t>为基础</a:t>
            </a:r>
          </a:p>
          <a:p>
            <a:r>
              <a:rPr lang="en-US" altLang="zh-CN" dirty="0"/>
              <a:t>(2) </a:t>
            </a:r>
            <a:r>
              <a:rPr lang="zh-CN" altLang="en-US" dirty="0"/>
              <a:t>基于</a:t>
            </a:r>
            <a:r>
              <a:rPr lang="en-US" altLang="zh-CN" dirty="0"/>
              <a:t>“</a:t>
            </a:r>
            <a:r>
              <a:rPr lang="zh-CN" altLang="en-US" dirty="0"/>
              <a:t>相等</a:t>
            </a:r>
            <a:r>
              <a:rPr lang="en-US" altLang="zh-CN" dirty="0"/>
              <a:t>”</a:t>
            </a:r>
            <a:r>
              <a:rPr lang="zh-CN" altLang="en-US" dirty="0"/>
              <a:t>的语义</a:t>
            </a:r>
            <a:r>
              <a:rPr lang="en-US" altLang="zh-CN" dirty="0"/>
              <a:t>, </a:t>
            </a:r>
            <a:r>
              <a:rPr lang="zh-CN" altLang="en-US" dirty="0"/>
              <a:t>导出演算</a:t>
            </a:r>
            <a:r>
              <a:rPr lang="en-US" altLang="zh-CN" dirty="0"/>
              <a:t>(</a:t>
            </a:r>
            <a:r>
              <a:rPr lang="zh-CN" altLang="en-US" dirty="0"/>
              <a:t>符号变换</a:t>
            </a:r>
            <a:r>
              <a:rPr lang="en-US" altLang="zh-CN" dirty="0"/>
              <a:t>)</a:t>
            </a:r>
            <a:r>
              <a:rPr lang="zh-CN" altLang="en-US" dirty="0"/>
              <a:t>的规则</a:t>
            </a:r>
          </a:p>
          <a:p>
            <a:r>
              <a:rPr lang="en-US" altLang="zh-CN" dirty="0"/>
              <a:t>(3) </a:t>
            </a:r>
            <a:r>
              <a:rPr lang="zh-CN" altLang="en-US" dirty="0"/>
              <a:t>回忆代数演算和集合演算</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4">
                                            <p:txEl>
                                              <p:pRg st="0" end="0"/>
                                            </p:txEl>
                                          </p:spTgt>
                                        </p:tgtEl>
                                        <p:attrNameLst>
                                          <p:attrName>style.visibility</p:attrName>
                                        </p:attrNameLst>
                                      </p:cBhvr>
                                      <p:to>
                                        <p:strVal val="visible"/>
                                      </p:to>
                                    </p:set>
                                    <p:anim calcmode="lin" valueType="num">
                                      <p:cBhvr additive="base">
                                        <p:cTn id="12" dur="500" fill="hold"/>
                                        <p:tgtEl>
                                          <p:spTgt spid="14">
                                            <p:txEl>
                                              <p:pRg st="0" end="0"/>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14">
                                            <p:txEl>
                                              <p:pRg st="0" end="0"/>
                                            </p:txEl>
                                          </p:spTgt>
                                        </p:tgtEl>
                                        <p:attrNameLst>
                                          <p:attrName>ppt_y</p:attrName>
                                        </p:attrNameLst>
                                      </p:cBhvr>
                                      <p:tavLst>
                                        <p:tav tm="0">
                                          <p:val>
                                            <p:strVal val="#ppt_y"/>
                                          </p:val>
                                        </p:tav>
                                        <p:tav tm="100000">
                                          <p:val>
                                            <p:strVal val="#ppt_y"/>
                                          </p:val>
                                        </p:tav>
                                      </p:tavLst>
                                    </p:anim>
                                  </p:childTnLst>
                                </p:cTn>
                              </p:par>
                            </p:childTnLst>
                          </p:cTn>
                        </p:par>
                        <p:par>
                          <p:cTn id="14" fill="hold">
                            <p:stCondLst>
                              <p:cond delay="500"/>
                            </p:stCondLst>
                            <p:childTnLst>
                              <p:par>
                                <p:cTn id="15" presetID="42" presetClass="entr" presetSubtype="0" fill="hold" nodeType="afterEffect">
                                  <p:stCondLst>
                                    <p:cond delay="0"/>
                                  </p:stCondLst>
                                  <p:childTnLst>
                                    <p:set>
                                      <p:cBhvr>
                                        <p:cTn id="16" dur="1" fill="hold">
                                          <p:stCondLst>
                                            <p:cond delay="0"/>
                                          </p:stCondLst>
                                        </p:cTn>
                                        <p:tgtEl>
                                          <p:spTgt spid="9">
                                            <p:txEl>
                                              <p:pRg st="0" end="0"/>
                                            </p:txEl>
                                          </p:spTgt>
                                        </p:tgtEl>
                                        <p:attrNameLst>
                                          <p:attrName>style.visibility</p:attrName>
                                        </p:attrNameLst>
                                      </p:cBhvr>
                                      <p:to>
                                        <p:strVal val="visible"/>
                                      </p:to>
                                    </p:set>
                                    <p:animEffect transition="in" filter="fade">
                                      <p:cBhvr>
                                        <p:cTn id="17" dur="1000"/>
                                        <p:tgtEl>
                                          <p:spTgt spid="9">
                                            <p:txEl>
                                              <p:pRg st="0" end="0"/>
                                            </p:txEl>
                                          </p:spTgt>
                                        </p:tgtEl>
                                      </p:cBhvr>
                                    </p:animEffect>
                                    <p:anim calcmode="lin" valueType="num">
                                      <p:cBhvr>
                                        <p:cTn id="18"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5">
                                            <p:txEl>
                                              <p:pRg st="0" end="0"/>
                                            </p:txEl>
                                          </p:spTgt>
                                        </p:tgtEl>
                                        <p:attrNameLst>
                                          <p:attrName>style.visibility</p:attrName>
                                        </p:attrNameLst>
                                      </p:cBhvr>
                                      <p:to>
                                        <p:strVal val="visible"/>
                                      </p:to>
                                    </p:set>
                                    <p:anim calcmode="lin" valueType="num">
                                      <p:cBhvr additive="base">
                                        <p:cTn id="24" dur="500" fill="hold"/>
                                        <p:tgtEl>
                                          <p:spTgt spid="5">
                                            <p:txEl>
                                              <p:pRg st="0" end="0"/>
                                            </p:txEl>
                                          </p:spTgt>
                                        </p:tgtEl>
                                        <p:attrNameLst>
                                          <p:attrName>ppt_x</p:attrName>
                                        </p:attrNameLst>
                                      </p:cBhvr>
                                      <p:tavLst>
                                        <p:tav tm="0">
                                          <p:val>
                                            <p:strVal val="0-#ppt_w/2"/>
                                          </p:val>
                                        </p:tav>
                                        <p:tav tm="100000">
                                          <p:val>
                                            <p:strVal val="#ppt_x"/>
                                          </p:val>
                                        </p:tav>
                                      </p:tavLst>
                                    </p:anim>
                                    <p:anim calcmode="lin" valueType="num">
                                      <p:cBhvr additive="base">
                                        <p:cTn id="25" dur="500" fill="hold"/>
                                        <p:tgtEl>
                                          <p:spTgt spid="5">
                                            <p:txEl>
                                              <p:pRg st="0" end="0"/>
                                            </p:txEl>
                                          </p:spTgt>
                                        </p:tgtEl>
                                        <p:attrNameLst>
                                          <p:attrName>ppt_y</p:attrName>
                                        </p:attrNameLst>
                                      </p:cBhvr>
                                      <p:tavLst>
                                        <p:tav tm="0">
                                          <p:val>
                                            <p:strVal val="#ppt_y"/>
                                          </p:val>
                                        </p:tav>
                                        <p:tav tm="100000">
                                          <p:val>
                                            <p:strVal val="#ppt_y"/>
                                          </p:val>
                                        </p:tav>
                                      </p:tavLst>
                                    </p:anim>
                                  </p:childTnLst>
                                </p:cTn>
                              </p:par>
                            </p:childTnLst>
                          </p:cTn>
                        </p:par>
                        <p:par>
                          <p:cTn id="26" fill="hold">
                            <p:stCondLst>
                              <p:cond delay="500"/>
                            </p:stCondLst>
                            <p:childTnLst>
                              <p:par>
                                <p:cTn id="27" presetID="42" presetClass="entr" presetSubtype="0" fill="hold" nodeType="afterEffect">
                                  <p:stCondLst>
                                    <p:cond delay="0"/>
                                  </p:stCondLst>
                                  <p:childTnLst>
                                    <p:set>
                                      <p:cBhvr>
                                        <p:cTn id="28" dur="1" fill="hold">
                                          <p:stCondLst>
                                            <p:cond delay="0"/>
                                          </p:stCondLst>
                                        </p:cTn>
                                        <p:tgtEl>
                                          <p:spTgt spid="10">
                                            <p:txEl>
                                              <p:pRg st="0" end="0"/>
                                            </p:txEl>
                                          </p:spTgt>
                                        </p:tgtEl>
                                        <p:attrNameLst>
                                          <p:attrName>style.visibility</p:attrName>
                                        </p:attrNameLst>
                                      </p:cBhvr>
                                      <p:to>
                                        <p:strVal val="visible"/>
                                      </p:to>
                                    </p:set>
                                    <p:animEffect transition="in" filter="fade">
                                      <p:cBhvr>
                                        <p:cTn id="29" dur="1000"/>
                                        <p:tgtEl>
                                          <p:spTgt spid="10">
                                            <p:txEl>
                                              <p:pRg st="0" end="0"/>
                                            </p:txEl>
                                          </p:spTgt>
                                        </p:tgtEl>
                                      </p:cBhvr>
                                    </p:animEffect>
                                    <p:anim calcmode="lin" valueType="num">
                                      <p:cBhvr>
                                        <p:cTn id="30"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1"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par>
                          <p:cTn id="32" fill="hold">
                            <p:stCondLst>
                              <p:cond delay="1500"/>
                            </p:stCondLst>
                            <p:childTnLst>
                              <p:par>
                                <p:cTn id="33" presetID="42" presetClass="entr" presetSubtype="0" fill="hold" nodeType="after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par>
                          <p:cTn id="38" fill="hold">
                            <p:stCondLst>
                              <p:cond delay="2500"/>
                            </p:stCondLst>
                            <p:childTnLst>
                              <p:par>
                                <p:cTn id="39" presetID="42" presetClass="entr" presetSubtype="0" fill="hold" nodeType="afterEffect">
                                  <p:stCondLst>
                                    <p:cond delay="0"/>
                                  </p:stCondLst>
                                  <p:childTnLst>
                                    <p:set>
                                      <p:cBhvr>
                                        <p:cTn id="40" dur="1" fill="hold">
                                          <p:stCondLst>
                                            <p:cond delay="0"/>
                                          </p:stCondLst>
                                        </p:cTn>
                                        <p:tgtEl>
                                          <p:spTgt spid="10">
                                            <p:txEl>
                                              <p:pRg st="2" end="2"/>
                                            </p:txEl>
                                          </p:spTgt>
                                        </p:tgtEl>
                                        <p:attrNameLst>
                                          <p:attrName>style.visibility</p:attrName>
                                        </p:attrNameLst>
                                      </p:cBhvr>
                                      <p:to>
                                        <p:strVal val="visible"/>
                                      </p:to>
                                    </p:set>
                                    <p:animEffect transition="in" filter="fade">
                                      <p:cBhvr>
                                        <p:cTn id="41" dur="1000"/>
                                        <p:tgtEl>
                                          <p:spTgt spid="10">
                                            <p:txEl>
                                              <p:pRg st="2" end="2"/>
                                            </p:txEl>
                                          </p:spTgt>
                                        </p:tgtEl>
                                      </p:cBhvr>
                                    </p:animEffect>
                                    <p:anim calcmode="lin" valueType="num">
                                      <p:cBhvr>
                                        <p:cTn id="42"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3"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uiExpand="1" build="p"/>
      <p:bldP spid="8" grpId="0"/>
      <p:bldP spid="5"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txBox="1">
            <a:spLocks noChangeArrowheads="1"/>
          </p:cNvSpPr>
          <p:nvPr/>
        </p:nvSpPr>
        <p:spPr bwMode="auto">
          <a:xfrm>
            <a:off x="4943872" y="116632"/>
            <a:ext cx="482453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4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本节内容要点</a:t>
            </a:r>
          </a:p>
        </p:txBody>
      </p:sp>
      <p:sp>
        <p:nvSpPr>
          <p:cNvPr id="2" name="Text Box 4"/>
          <p:cNvSpPr txBox="1">
            <a:spLocks noChangeArrowheads="1"/>
          </p:cNvSpPr>
          <p:nvPr/>
        </p:nvSpPr>
        <p:spPr bwMode="auto">
          <a:xfrm>
            <a:off x="2226721" y="2090696"/>
            <a:ext cx="252697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fontAlgn="t" hangingPunct="1">
              <a:spcBef>
                <a:spcPct val="50000"/>
              </a:spcBef>
              <a:buFontTx/>
              <a:buNone/>
            </a:pPr>
            <a:r>
              <a:rPr lang="en-US" altLang="zh-CN" sz="24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3.2.1 </a:t>
            </a: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等值的概念</a:t>
            </a:r>
          </a:p>
        </p:txBody>
      </p:sp>
      <p:sp>
        <p:nvSpPr>
          <p:cNvPr id="3" name="Text Box 5"/>
          <p:cNvSpPr txBox="1">
            <a:spLocks noChangeArrowheads="1"/>
          </p:cNvSpPr>
          <p:nvPr/>
        </p:nvSpPr>
        <p:spPr bwMode="auto">
          <a:xfrm>
            <a:off x="2568560" y="3538140"/>
            <a:ext cx="237626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fontAlgn="t" hangingPunct="1">
              <a:spcBef>
                <a:spcPct val="50000"/>
              </a:spcBef>
              <a:buFontTx/>
              <a:buNone/>
            </a:pPr>
            <a:r>
              <a:rPr lang="en-US" altLang="zh-CN" sz="24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3.2.2 </a:t>
            </a: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等值演算</a:t>
            </a:r>
          </a:p>
        </p:txBody>
      </p:sp>
      <p:sp>
        <p:nvSpPr>
          <p:cNvPr id="4" name="AutoShape 6"/>
          <p:cNvSpPr/>
          <p:nvPr/>
        </p:nvSpPr>
        <p:spPr bwMode="auto">
          <a:xfrm>
            <a:off x="4673973" y="1931064"/>
            <a:ext cx="339725" cy="780930"/>
          </a:xfrm>
          <a:prstGeom prst="leftBrace">
            <a:avLst>
              <a:gd name="adj1" fmla="val 32203"/>
              <a:gd name="adj2" fmla="val 50000"/>
            </a:avLst>
          </a:prstGeom>
          <a:noFill/>
          <a:ln w="9525">
            <a:solidFill>
              <a:srgbClr val="FFFF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solidFill>
                <a:srgbClr val="FFC000"/>
              </a:solidFill>
              <a:latin typeface="Tahoma" panose="020B0604030504040204" pitchFamily="34" charset="0"/>
            </a:endParaRPr>
          </a:p>
        </p:txBody>
      </p:sp>
      <p:sp>
        <p:nvSpPr>
          <p:cNvPr id="5" name="Text Box 7"/>
          <p:cNvSpPr txBox="1">
            <a:spLocks noChangeArrowheads="1"/>
          </p:cNvSpPr>
          <p:nvPr/>
        </p:nvSpPr>
        <p:spPr bwMode="auto">
          <a:xfrm>
            <a:off x="5013698" y="1747395"/>
            <a:ext cx="3602582"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fontAlgn="t" hangingPunct="1">
              <a:spcBef>
                <a:spcPct val="50000"/>
              </a:spcBef>
              <a:buFontTx/>
              <a:buNone/>
            </a:pP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两个命题公式等值</a:t>
            </a:r>
          </a:p>
          <a:p>
            <a:pPr eaLnBrk="1" fontAlgn="t" hangingPunct="1">
              <a:spcBef>
                <a:spcPct val="50000"/>
              </a:spcBef>
              <a:buFontTx/>
              <a:buNone/>
            </a:pP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与真值表的关系</a:t>
            </a:r>
          </a:p>
        </p:txBody>
      </p:sp>
      <p:sp>
        <p:nvSpPr>
          <p:cNvPr id="6" name="AutoShape 8"/>
          <p:cNvSpPr/>
          <p:nvPr/>
        </p:nvSpPr>
        <p:spPr bwMode="auto">
          <a:xfrm>
            <a:off x="4723913" y="3429000"/>
            <a:ext cx="354484" cy="789438"/>
          </a:xfrm>
          <a:prstGeom prst="leftBrace">
            <a:avLst>
              <a:gd name="adj1" fmla="val 32163"/>
              <a:gd name="adj2" fmla="val 50000"/>
            </a:avLst>
          </a:prstGeom>
          <a:noFill/>
          <a:ln w="9525">
            <a:solidFill>
              <a:srgbClr val="FFFF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solidFill>
                <a:srgbClr val="FFC000"/>
              </a:solidFill>
              <a:latin typeface="Tahoma" panose="020B0604030504040204" pitchFamily="34" charset="0"/>
            </a:endParaRPr>
          </a:p>
        </p:txBody>
      </p:sp>
      <p:sp>
        <p:nvSpPr>
          <p:cNvPr id="12" name="Text Box 9"/>
          <p:cNvSpPr txBox="1">
            <a:spLocks noChangeArrowheads="1"/>
          </p:cNvSpPr>
          <p:nvPr/>
        </p:nvSpPr>
        <p:spPr bwMode="auto">
          <a:xfrm>
            <a:off x="5078397" y="3227174"/>
            <a:ext cx="2486695"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fontAlgn="t" hangingPunct="1">
              <a:spcBef>
                <a:spcPct val="50000"/>
              </a:spcBef>
              <a:buFontTx/>
              <a:buNone/>
            </a:pP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基本恒等式</a:t>
            </a:r>
            <a:endPar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eaLnBrk="1" fontAlgn="t" hangingPunct="1">
              <a:spcBef>
                <a:spcPct val="50000"/>
              </a:spcBef>
              <a:buFontTx/>
              <a:buNone/>
            </a:pP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命题演算</a:t>
            </a:r>
          </a:p>
        </p:txBody>
      </p:sp>
      <p:sp>
        <p:nvSpPr>
          <p:cNvPr id="14" name="Text Box 4"/>
          <p:cNvSpPr txBox="1">
            <a:spLocks noChangeArrowheads="1"/>
          </p:cNvSpPr>
          <p:nvPr/>
        </p:nvSpPr>
        <p:spPr bwMode="auto">
          <a:xfrm>
            <a:off x="7071244" y="3592886"/>
            <a:ext cx="40653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fontAlgn="t" hangingPunct="1">
              <a:spcBef>
                <a:spcPct val="50000"/>
              </a:spcBef>
              <a:buFontTx/>
              <a:buNone/>
            </a:pPr>
            <a:r>
              <a:rPr lang="zh-CN" altLang="en-US" sz="24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核心：基本恒等式</a:t>
            </a:r>
            <a:r>
              <a:rPr lang="en-US" altLang="zh-CN" sz="24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(PPT: 9-10)</a:t>
            </a:r>
            <a:endParaRPr lang="zh-CN" altLang="en-US" sz="24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 name="Text Box 5"/>
          <p:cNvSpPr txBox="1">
            <a:spLocks noChangeArrowheads="1"/>
          </p:cNvSpPr>
          <p:nvPr/>
        </p:nvSpPr>
        <p:spPr bwMode="auto">
          <a:xfrm>
            <a:off x="2539628" y="4884380"/>
            <a:ext cx="237626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fontAlgn="t" hangingPunct="1">
              <a:spcBef>
                <a:spcPct val="50000"/>
              </a:spcBef>
              <a:buFontTx/>
              <a:buNone/>
            </a:pPr>
            <a:r>
              <a:rPr lang="en-US" altLang="zh-CN" sz="24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3.2.3 </a:t>
            </a: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对偶原理</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par>
                          <p:cTn id="12" fill="hold">
                            <p:stCondLst>
                              <p:cond delay="500"/>
                            </p:stCondLst>
                            <p:childTnLst>
                              <p:par>
                                <p:cTn id="13" presetID="22" presetClass="entr" presetSubtype="8"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500"/>
                                        <p:tgtEl>
                                          <p:spTgt spid="4"/>
                                        </p:tgtEl>
                                      </p:cBhvr>
                                    </p:animEffect>
                                  </p:childTnLst>
                                </p:cTn>
                              </p:par>
                            </p:childTnLst>
                          </p:cTn>
                        </p:par>
                        <p:par>
                          <p:cTn id="16" fill="hold">
                            <p:stCondLst>
                              <p:cond delay="1000"/>
                            </p:stCondLst>
                            <p:childTnLst>
                              <p:par>
                                <p:cTn id="17" presetID="22" presetClass="entr" presetSubtype="8"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left)">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wipe(left)">
                                      <p:cBhvr>
                                        <p:cTn id="24" dur="500"/>
                                        <p:tgtEl>
                                          <p:spTgt spid="3"/>
                                        </p:tgtEl>
                                      </p:cBhvr>
                                    </p:animEffect>
                                  </p:childTnLst>
                                </p:cTn>
                              </p:par>
                            </p:childTnLst>
                          </p:cTn>
                        </p:par>
                        <p:par>
                          <p:cTn id="25" fill="hold">
                            <p:stCondLst>
                              <p:cond delay="500"/>
                            </p:stCondLst>
                            <p:childTnLst>
                              <p:par>
                                <p:cTn id="26" presetID="22" presetClass="entr" presetSubtype="8" fill="hold" grpId="0" nodeType="after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wipe(left)">
                                      <p:cBhvr>
                                        <p:cTn id="28" dur="500"/>
                                        <p:tgtEl>
                                          <p:spTgt spid="6"/>
                                        </p:tgtEl>
                                      </p:cBhvr>
                                    </p:animEffect>
                                  </p:childTnLst>
                                </p:cTn>
                              </p:par>
                            </p:childTnLst>
                          </p:cTn>
                        </p:par>
                        <p:par>
                          <p:cTn id="29" fill="hold">
                            <p:stCondLst>
                              <p:cond delay="1000"/>
                            </p:stCondLst>
                            <p:childTnLst>
                              <p:par>
                                <p:cTn id="30" presetID="22" presetClass="entr" presetSubtype="8" fill="hold" grpId="0" nodeType="after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left)">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p:cTn id="37" dur="500" fill="hold"/>
                                        <p:tgtEl>
                                          <p:spTgt spid="14"/>
                                        </p:tgtEl>
                                        <p:attrNameLst>
                                          <p:attrName>ppt_w</p:attrName>
                                        </p:attrNameLst>
                                      </p:cBhvr>
                                      <p:tavLst>
                                        <p:tav tm="0">
                                          <p:val>
                                            <p:fltVal val="0"/>
                                          </p:val>
                                        </p:tav>
                                        <p:tav tm="100000">
                                          <p:val>
                                            <p:strVal val="#ppt_w"/>
                                          </p:val>
                                        </p:tav>
                                      </p:tavLst>
                                    </p:anim>
                                    <p:anim calcmode="lin" valueType="num">
                                      <p:cBhvr>
                                        <p:cTn id="38" dur="500" fill="hold"/>
                                        <p:tgtEl>
                                          <p:spTgt spid="14"/>
                                        </p:tgtEl>
                                        <p:attrNameLst>
                                          <p:attrName>ppt_h</p:attrName>
                                        </p:attrNameLst>
                                      </p:cBhvr>
                                      <p:tavLst>
                                        <p:tav tm="0">
                                          <p:val>
                                            <p:fltVal val="0"/>
                                          </p:val>
                                        </p:tav>
                                        <p:tav tm="100000">
                                          <p:val>
                                            <p:strVal val="#ppt_h"/>
                                          </p:val>
                                        </p:tav>
                                      </p:tavLst>
                                    </p:anim>
                                    <p:animEffect transition="in" filter="fade">
                                      <p:cBhvr>
                                        <p:cTn id="39" dur="5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wipe(left)">
                                      <p:cBhvr>
                                        <p:cTn id="4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 grpId="0"/>
      <p:bldP spid="3" grpId="0"/>
      <p:bldP spid="4" grpId="0" animBg="1"/>
      <p:bldP spid="5" grpId="0"/>
      <p:bldP spid="6" grpId="0" animBg="1"/>
      <p:bldP spid="12" grpId="0"/>
      <p:bldP spid="14" grpId="0"/>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3"/>
          <p:cNvSpPr>
            <a:spLocks noChangeArrowheads="1"/>
          </p:cNvSpPr>
          <p:nvPr/>
        </p:nvSpPr>
        <p:spPr bwMode="auto">
          <a:xfrm>
            <a:off x="5287964" y="404813"/>
            <a:ext cx="4891087" cy="646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3.2.1 </a:t>
            </a:r>
            <a:r>
              <a:rPr lang="zh-CN" altLang="en-US"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等值的概念</a:t>
            </a:r>
          </a:p>
        </p:txBody>
      </p:sp>
      <p:sp>
        <p:nvSpPr>
          <p:cNvPr id="18435" name="Text Box 2"/>
          <p:cNvSpPr txBox="1">
            <a:spLocks noChangeArrowheads="1"/>
          </p:cNvSpPr>
          <p:nvPr/>
        </p:nvSpPr>
        <p:spPr bwMode="auto">
          <a:xfrm>
            <a:off x="2057400" y="1319213"/>
            <a:ext cx="861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18436" name="Text Box 4"/>
          <p:cNvSpPr txBox="1">
            <a:spLocks noChangeArrowheads="1"/>
          </p:cNvSpPr>
          <p:nvPr/>
        </p:nvSpPr>
        <p:spPr bwMode="auto">
          <a:xfrm>
            <a:off x="1416768" y="2204864"/>
            <a:ext cx="8784976" cy="1130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eaLnBrk="1" hangingPunct="1">
              <a:lnSpc>
                <a:spcPct val="150000"/>
              </a:lnSpc>
              <a:spcBef>
                <a:spcPct val="25000"/>
              </a:spcBef>
              <a:buFontTx/>
              <a:buNone/>
            </a:pP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设</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是两个命题公式</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若</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对任意赋值都有相同的真值</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则称</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与</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是等值的</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记为</a:t>
            </a:r>
            <a:r>
              <a:rPr lang="en-US" altLang="zh-CN" sz="2400" b="0" i="1"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8437" name="Text Box 58"/>
          <p:cNvSpPr txBox="1">
            <a:spLocks noChangeArrowheads="1"/>
          </p:cNvSpPr>
          <p:nvPr/>
        </p:nvSpPr>
        <p:spPr bwMode="auto">
          <a:xfrm>
            <a:off x="695400" y="3603961"/>
            <a:ext cx="9798271" cy="1134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eaLnBrk="1" hangingPunct="1">
              <a:lnSpc>
                <a:spcPct val="150000"/>
              </a:lnSpc>
              <a:spcBef>
                <a:spcPct val="0"/>
              </a:spcBef>
              <a:buFontTx/>
              <a:buNone/>
            </a:pPr>
            <a:r>
              <a:rPr lang="zh-CN" altLang="en-US" sz="24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注：</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(1) </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对任意赋值都有相同的真值</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说明有相同的真值表</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a:t>
            </a:r>
          </a:p>
          <a:p>
            <a:pPr algn="just" eaLnBrk="1" hangingPunct="1">
              <a:lnSpc>
                <a:spcPct val="150000"/>
              </a:lnSpc>
              <a:spcBef>
                <a:spcPct val="0"/>
              </a:spcBef>
              <a:buFontTx/>
              <a:buNone/>
            </a:pP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        (2) </a:t>
            </a:r>
            <a:r>
              <a:rPr lang="zh-CN" altLang="en-US" sz="24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有相同的真值表</a:t>
            </a:r>
            <a:r>
              <a:rPr lang="en-US" altLang="zh-CN" sz="24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 说明</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等价式</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为</a:t>
            </a:r>
            <a:r>
              <a:rPr lang="zh-CN" altLang="en-US" sz="24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重言式</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Rectangle 3"/>
          <p:cNvSpPr>
            <a:spLocks noChangeArrowheads="1"/>
          </p:cNvSpPr>
          <p:nvPr/>
        </p:nvSpPr>
        <p:spPr bwMode="auto">
          <a:xfrm>
            <a:off x="349163" y="1681644"/>
            <a:ext cx="410445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marL="457200" indent="-457200" eaLnBrk="1" hangingPunct="1">
              <a:spcBef>
                <a:spcPct val="50000"/>
              </a:spcBef>
              <a:buClr>
                <a:srgbClr val="FFC000"/>
              </a:buClr>
              <a:buSzPct val="80000"/>
              <a:buFont typeface="Wingdings" panose="05000000000000000000" pitchFamily="2" charset="2"/>
              <a:buChar char="n"/>
            </a:pPr>
            <a:r>
              <a:rPr lang="zh-CN" altLang="en-US" sz="28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定义</a:t>
            </a:r>
            <a:r>
              <a:rPr lang="en-US" altLang="zh-CN" sz="28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3.2.1 ——</a:t>
            </a:r>
            <a:r>
              <a:rPr lang="zh-CN" altLang="en-US" sz="28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等值</a:t>
            </a:r>
            <a:endParaRPr lang="zh-CN" altLang="en-US" sz="28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Text Box 58"/>
          <p:cNvSpPr txBox="1">
            <a:spLocks noChangeArrowheads="1"/>
          </p:cNvSpPr>
          <p:nvPr/>
        </p:nvSpPr>
        <p:spPr bwMode="auto">
          <a:xfrm>
            <a:off x="695399" y="5162658"/>
            <a:ext cx="9798271" cy="1134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eaLnBrk="1" hangingPunct="1">
              <a:lnSpc>
                <a:spcPct val="150000"/>
              </a:lnSpc>
              <a:spcBef>
                <a:spcPct val="0"/>
              </a:spcBef>
              <a:buFontTx/>
              <a:buNone/>
            </a:pPr>
            <a:r>
              <a:rPr lang="zh-CN" altLang="en-US" sz="24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  判断</a:t>
            </a:r>
            <a:r>
              <a:rPr lang="en-US" altLang="zh-CN" sz="2400" b="0" i="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4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与</a:t>
            </a:r>
            <a:r>
              <a:rPr lang="en-US" altLang="zh-CN" sz="2400" b="0" i="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24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是否等值的方法：</a:t>
            </a:r>
            <a:r>
              <a:rPr lang="en-US" altLang="zh-CN" sz="24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(1) </a:t>
            </a:r>
            <a:r>
              <a:rPr lang="zh-CN" altLang="en-US" sz="24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验证</a:t>
            </a:r>
            <a:r>
              <a:rPr lang="en-US" altLang="zh-CN" sz="2400" b="0" i="1"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0" i="1"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24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的真值表是否完全一致。</a:t>
            </a:r>
            <a:endParaRPr lang="en-US" altLang="zh-CN" sz="24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endParaRPr>
          </a:p>
          <a:p>
            <a:pPr algn="just" eaLnBrk="1" hangingPunct="1">
              <a:lnSpc>
                <a:spcPct val="150000"/>
              </a:lnSpc>
              <a:spcBef>
                <a:spcPts val="0"/>
              </a:spcBef>
              <a:buFontTx/>
              <a:buNone/>
            </a:pPr>
            <a:r>
              <a:rPr lang="en-US" altLang="zh-CN" sz="24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                                                    (2)</a:t>
            </a:r>
            <a:r>
              <a:rPr lang="zh-CN" altLang="en-US" sz="24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等值演算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8434"/>
                                        </p:tgtEl>
                                        <p:attrNameLst>
                                          <p:attrName>style.visibility</p:attrName>
                                        </p:attrNameLst>
                                      </p:cBhvr>
                                      <p:to>
                                        <p:strVal val="visible"/>
                                      </p:to>
                                    </p:set>
                                    <p:animEffect transition="in" filter="wipe(left)">
                                      <p:cBhvr>
                                        <p:cTn id="7" dur="500"/>
                                        <p:tgtEl>
                                          <p:spTgt spid="184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500"/>
                                  </p:stCondLst>
                                  <p:iterate type="wd">
                                    <p:tmPct val="20000"/>
                                  </p:iterate>
                                  <p:childTnLst>
                                    <p:set>
                                      <p:cBhvr>
                                        <p:cTn id="16" dur="1" fill="hold">
                                          <p:stCondLst>
                                            <p:cond delay="0"/>
                                          </p:stCondLst>
                                        </p:cTn>
                                        <p:tgtEl>
                                          <p:spTgt spid="18436"/>
                                        </p:tgtEl>
                                        <p:attrNameLst>
                                          <p:attrName>style.visibility</p:attrName>
                                        </p:attrNameLst>
                                      </p:cBhvr>
                                      <p:to>
                                        <p:strVal val="visible"/>
                                      </p:to>
                                    </p:set>
                                    <p:animEffect transition="in" filter="wipe(left)">
                                      <p:cBhvr>
                                        <p:cTn id="17" dur="500"/>
                                        <p:tgtEl>
                                          <p:spTgt spid="1843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500"/>
                                  </p:stCondLst>
                                  <p:iterate type="wd">
                                    <p:tmPct val="20000"/>
                                  </p:iterate>
                                  <p:childTnLst>
                                    <p:set>
                                      <p:cBhvr>
                                        <p:cTn id="21" dur="1" fill="hold">
                                          <p:stCondLst>
                                            <p:cond delay="0"/>
                                          </p:stCondLst>
                                        </p:cTn>
                                        <p:tgtEl>
                                          <p:spTgt spid="18437"/>
                                        </p:tgtEl>
                                        <p:attrNameLst>
                                          <p:attrName>style.visibility</p:attrName>
                                        </p:attrNameLst>
                                      </p:cBhvr>
                                      <p:to>
                                        <p:strVal val="visible"/>
                                      </p:to>
                                    </p:set>
                                    <p:animEffect transition="in" filter="wipe(left)">
                                      <p:cBhvr>
                                        <p:cTn id="22" dur="500"/>
                                        <p:tgtEl>
                                          <p:spTgt spid="1843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wd">
                                    <p:tmPct val="20000"/>
                                  </p:iterate>
                                  <p:childTnLst>
                                    <p:set>
                                      <p:cBhvr>
                                        <p:cTn id="26" dur="1" fill="hold">
                                          <p:stCondLst>
                                            <p:cond delay="0"/>
                                          </p:stCondLst>
                                        </p:cTn>
                                        <p:tgtEl>
                                          <p:spTgt spid="3"/>
                                        </p:tgtEl>
                                        <p:attrNameLst>
                                          <p:attrName>style.visibility</p:attrName>
                                        </p:attrNameLst>
                                      </p:cBhvr>
                                      <p:to>
                                        <p:strVal val="visible"/>
                                      </p:to>
                                    </p:set>
                                    <p:animEffect transition="in" filter="wipe(left)">
                                      <p:cBhvr>
                                        <p:cTn id="2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p:bldP spid="18436" grpId="0"/>
      <p:bldP spid="18437" grpId="0"/>
      <p:bldP spid="2" grpId="0"/>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Text Box 2"/>
          <p:cNvSpPr txBox="1">
            <a:spLocks noChangeArrowheads="1"/>
          </p:cNvSpPr>
          <p:nvPr/>
        </p:nvSpPr>
        <p:spPr bwMode="auto">
          <a:xfrm>
            <a:off x="2057400" y="1319213"/>
            <a:ext cx="861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19460" name="Text Box 58"/>
          <p:cNvSpPr txBox="1">
            <a:spLocks noChangeArrowheads="1"/>
          </p:cNvSpPr>
          <p:nvPr/>
        </p:nvSpPr>
        <p:spPr bwMode="auto">
          <a:xfrm>
            <a:off x="1037407" y="5558922"/>
            <a:ext cx="10650585" cy="9077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eaLnBrk="1" hangingPunct="1">
              <a:lnSpc>
                <a:spcPct val="115000"/>
              </a:lnSpc>
              <a:spcBef>
                <a:spcPct val="80000"/>
              </a:spcBef>
              <a:buFontTx/>
              <a:buNone/>
            </a:pPr>
            <a:r>
              <a:rPr lang="zh-CN" altLang="en-US" sz="2200" b="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注：</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2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与</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22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等值当且仅当</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2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与</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22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的真值表相同。因此</a:t>
            </a:r>
            <a:r>
              <a:rPr lang="en-US" altLang="zh-CN" sz="22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检验</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2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与</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22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是否等值</a:t>
            </a:r>
            <a:r>
              <a:rPr lang="en-US" altLang="zh-CN" sz="22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也可通过检查</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2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与</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22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的真值表是否相同来实现。</a:t>
            </a:r>
          </a:p>
        </p:txBody>
      </p:sp>
      <p:sp>
        <p:nvSpPr>
          <p:cNvPr id="19461" name="Text Box 63"/>
          <p:cNvSpPr txBox="1">
            <a:spLocks noChangeArrowheads="1"/>
          </p:cNvSpPr>
          <p:nvPr/>
        </p:nvSpPr>
        <p:spPr bwMode="auto">
          <a:xfrm>
            <a:off x="1271464" y="4583852"/>
            <a:ext cx="6032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eaLnBrk="1" hangingPunct="1">
              <a:spcBef>
                <a:spcPct val="50000"/>
              </a:spcBef>
              <a:buFontTx/>
              <a:buNone/>
            </a:pP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从表中可见</a:t>
            </a:r>
            <a:r>
              <a:rPr lang="en-US" altLang="zh-CN" sz="2400" b="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b="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与┐</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等值。</a:t>
            </a:r>
          </a:p>
        </p:txBody>
      </p:sp>
      <p:grpSp>
        <p:nvGrpSpPr>
          <p:cNvPr id="19462" name="组合 3"/>
          <p:cNvGrpSpPr/>
          <p:nvPr/>
        </p:nvGrpSpPr>
        <p:grpSpPr bwMode="auto">
          <a:xfrm>
            <a:off x="4417517" y="2502816"/>
            <a:ext cx="7250361" cy="2009775"/>
            <a:chOff x="381000" y="2335692"/>
            <a:chExt cx="7696200" cy="2009628"/>
          </a:xfrm>
        </p:grpSpPr>
        <p:sp>
          <p:nvSpPr>
            <p:cNvPr id="19467" name="矩形 2"/>
            <p:cNvSpPr>
              <a:spLocks noChangeArrowheads="1"/>
            </p:cNvSpPr>
            <p:nvPr/>
          </p:nvSpPr>
          <p:spPr bwMode="auto">
            <a:xfrm>
              <a:off x="381000" y="2335692"/>
              <a:ext cx="7696200" cy="2001373"/>
            </a:xfrm>
            <a:prstGeom prst="rect">
              <a:avLst/>
            </a:prstGeom>
            <a:solidFill>
              <a:schemeClr val="accent1"/>
            </a:solidFill>
            <a:ln w="9525" algn="ctr">
              <a:solidFill>
                <a:schemeClr val="tx1"/>
              </a:solidFill>
              <a:round/>
            </a:ln>
          </p:spPr>
          <p:txBody>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en-US" sz="1600" b="0">
                <a:solidFill>
                  <a:schemeClr val="tx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9468" name="table"/>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348880"/>
              <a:ext cx="7696200" cy="1996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9" name="table"/>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313" y="2885455"/>
              <a:ext cx="6869112" cy="365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70" name="table"/>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03313" y="3250580"/>
              <a:ext cx="6869112" cy="365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71" name="table"/>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103313" y="3610943"/>
              <a:ext cx="6869112" cy="365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72" name="table"/>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103313" y="3971305"/>
              <a:ext cx="6869112" cy="365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9463" name="矩形 1"/>
          <p:cNvSpPr>
            <a:spLocks noChangeArrowheads="1"/>
          </p:cNvSpPr>
          <p:nvPr/>
        </p:nvSpPr>
        <p:spPr bwMode="auto">
          <a:xfrm>
            <a:off x="479376" y="1521008"/>
            <a:ext cx="7461250" cy="576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eaLnBrk="1" hangingPunct="1">
              <a:lnSpc>
                <a:spcPct val="150000"/>
              </a:lnSpc>
              <a:spcBef>
                <a:spcPct val="25000"/>
              </a:spcBef>
              <a:buFontTx/>
              <a:buNone/>
            </a:pPr>
            <a:r>
              <a:rPr lang="zh-CN" altLang="en-US" sz="2400" b="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例</a:t>
            </a:r>
            <a:r>
              <a:rPr lang="en-US" altLang="zh-CN" sz="2400" b="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3.2.1 </a:t>
            </a:r>
            <a:r>
              <a:rPr lang="zh-CN" altLang="en-US" sz="2400" b="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判断公式┐</a:t>
            </a:r>
            <a:r>
              <a:rPr lang="en-US" altLang="zh-CN" sz="2400" b="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err="1">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b="0" dirty="0" err="1">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err="1">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400" b="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与 ┐</a:t>
            </a:r>
            <a:r>
              <a:rPr lang="en-US" altLang="zh-CN" sz="2400" b="0" i="1"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b="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zh-CN" altLang="en-US" sz="2400" b="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是否等值。</a:t>
            </a:r>
          </a:p>
        </p:txBody>
      </p:sp>
      <p:sp>
        <p:nvSpPr>
          <p:cNvPr id="19464" name="矩形 1"/>
          <p:cNvSpPr>
            <a:spLocks noChangeArrowheads="1"/>
          </p:cNvSpPr>
          <p:nvPr/>
        </p:nvSpPr>
        <p:spPr bwMode="auto">
          <a:xfrm>
            <a:off x="481348" y="2333758"/>
            <a:ext cx="746125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eaLnBrk="1" hangingPunct="1">
              <a:lnSpc>
                <a:spcPct val="150000"/>
              </a:lnSpc>
              <a:spcBef>
                <a:spcPct val="25000"/>
              </a:spcBef>
              <a:buFontTx/>
              <a:buNone/>
            </a:pPr>
            <a:r>
              <a:rPr lang="zh-CN" altLang="en-US" sz="24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解：</a:t>
            </a: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用真值表法判断</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如下：</a:t>
            </a:r>
          </a:p>
        </p:txBody>
      </p:sp>
      <p:sp>
        <p:nvSpPr>
          <p:cNvPr id="2" name="Rectangle 3"/>
          <p:cNvSpPr>
            <a:spLocks noChangeArrowheads="1"/>
          </p:cNvSpPr>
          <p:nvPr/>
        </p:nvSpPr>
        <p:spPr bwMode="auto">
          <a:xfrm>
            <a:off x="5287964" y="404813"/>
            <a:ext cx="4891087" cy="646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3.2.1 </a:t>
            </a:r>
            <a:r>
              <a:rPr lang="zh-CN" altLang="en-US"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等值的概念</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463"/>
                                        </p:tgtEl>
                                        <p:attrNameLst>
                                          <p:attrName>style.visibility</p:attrName>
                                        </p:attrNameLst>
                                      </p:cBhvr>
                                      <p:to>
                                        <p:strVal val="visible"/>
                                      </p:to>
                                    </p:set>
                                    <p:animEffect transition="in" filter="wipe(left)">
                                      <p:cBhvr>
                                        <p:cTn id="7" dur="500"/>
                                        <p:tgtEl>
                                          <p:spTgt spid="1946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464"/>
                                        </p:tgtEl>
                                        <p:attrNameLst>
                                          <p:attrName>style.visibility</p:attrName>
                                        </p:attrNameLst>
                                      </p:cBhvr>
                                      <p:to>
                                        <p:strVal val="visible"/>
                                      </p:to>
                                    </p:set>
                                    <p:animEffect transition="in" filter="wipe(left)">
                                      <p:cBhvr>
                                        <p:cTn id="12" dur="500"/>
                                        <p:tgtEl>
                                          <p:spTgt spid="19464"/>
                                        </p:tgtEl>
                                      </p:cBhvr>
                                    </p:animEffect>
                                  </p:childTnLst>
                                </p:cTn>
                              </p:par>
                            </p:childTnLst>
                          </p:cTn>
                        </p:par>
                        <p:par>
                          <p:cTn id="13" fill="hold">
                            <p:stCondLst>
                              <p:cond delay="500"/>
                            </p:stCondLst>
                            <p:childTnLst>
                              <p:par>
                                <p:cTn id="14" presetID="53" presetClass="entr" presetSubtype="16" fill="hold" nodeType="afterEffect">
                                  <p:stCondLst>
                                    <p:cond delay="0"/>
                                  </p:stCondLst>
                                  <p:childTnLst>
                                    <p:set>
                                      <p:cBhvr>
                                        <p:cTn id="15" dur="1" fill="hold">
                                          <p:stCondLst>
                                            <p:cond delay="0"/>
                                          </p:stCondLst>
                                        </p:cTn>
                                        <p:tgtEl>
                                          <p:spTgt spid="19462"/>
                                        </p:tgtEl>
                                        <p:attrNameLst>
                                          <p:attrName>style.visibility</p:attrName>
                                        </p:attrNameLst>
                                      </p:cBhvr>
                                      <p:to>
                                        <p:strVal val="visible"/>
                                      </p:to>
                                    </p:set>
                                    <p:anim calcmode="lin" valueType="num">
                                      <p:cBhvr>
                                        <p:cTn id="16" dur="500" fill="hold"/>
                                        <p:tgtEl>
                                          <p:spTgt spid="19462"/>
                                        </p:tgtEl>
                                        <p:attrNameLst>
                                          <p:attrName>ppt_w</p:attrName>
                                        </p:attrNameLst>
                                      </p:cBhvr>
                                      <p:tavLst>
                                        <p:tav tm="0">
                                          <p:val>
                                            <p:fltVal val="0"/>
                                          </p:val>
                                        </p:tav>
                                        <p:tav tm="100000">
                                          <p:val>
                                            <p:strVal val="#ppt_w"/>
                                          </p:val>
                                        </p:tav>
                                      </p:tavLst>
                                    </p:anim>
                                    <p:anim calcmode="lin" valueType="num">
                                      <p:cBhvr>
                                        <p:cTn id="17" dur="500" fill="hold"/>
                                        <p:tgtEl>
                                          <p:spTgt spid="19462"/>
                                        </p:tgtEl>
                                        <p:attrNameLst>
                                          <p:attrName>ppt_h</p:attrName>
                                        </p:attrNameLst>
                                      </p:cBhvr>
                                      <p:tavLst>
                                        <p:tav tm="0">
                                          <p:val>
                                            <p:fltVal val="0"/>
                                          </p:val>
                                        </p:tav>
                                        <p:tav tm="100000">
                                          <p:val>
                                            <p:strVal val="#ppt_h"/>
                                          </p:val>
                                        </p:tav>
                                      </p:tavLst>
                                    </p:anim>
                                    <p:animEffect transition="in" filter="fade">
                                      <p:cBhvr>
                                        <p:cTn id="18" dur="500"/>
                                        <p:tgtEl>
                                          <p:spTgt spid="1946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9461"/>
                                        </p:tgtEl>
                                        <p:attrNameLst>
                                          <p:attrName>style.visibility</p:attrName>
                                        </p:attrNameLst>
                                      </p:cBhvr>
                                      <p:to>
                                        <p:strVal val="visible"/>
                                      </p:to>
                                    </p:set>
                                    <p:animEffect transition="in" filter="wipe(left)">
                                      <p:cBhvr>
                                        <p:cTn id="23" dur="500"/>
                                        <p:tgtEl>
                                          <p:spTgt spid="19461"/>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9460"/>
                                        </p:tgtEl>
                                        <p:attrNameLst>
                                          <p:attrName>style.visibility</p:attrName>
                                        </p:attrNameLst>
                                      </p:cBhvr>
                                      <p:to>
                                        <p:strVal val="visible"/>
                                      </p:to>
                                    </p:set>
                                    <p:animEffect transition="in" filter="wipe(left)">
                                      <p:cBhvr>
                                        <p:cTn id="28" dur="500"/>
                                        <p:tgtEl>
                                          <p:spTgt spid="194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0" grpId="0"/>
      <p:bldP spid="19461" grpId="0"/>
      <p:bldP spid="19463" grpId="0"/>
      <p:bldP spid="1946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4"/>
          <p:cNvSpPr txBox="1">
            <a:spLocks noChangeArrowheads="1"/>
          </p:cNvSpPr>
          <p:nvPr/>
        </p:nvSpPr>
        <p:spPr bwMode="auto">
          <a:xfrm>
            <a:off x="2495600" y="2208887"/>
            <a:ext cx="751205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eaLnBrk="1" hangingPunct="1">
              <a:spcBef>
                <a:spcPct val="25000"/>
              </a:spcBef>
              <a:buFontTx/>
              <a:buNone/>
            </a:pP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(1) </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与</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与</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r>
              <a:rPr lang="zh-CN" altLang="en-US"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p>
        </p:txBody>
      </p:sp>
      <p:graphicFrame>
        <p:nvGraphicFramePr>
          <p:cNvPr id="8" name="Group 72"/>
          <p:cNvGraphicFramePr>
            <a:graphicFrameLocks noGrp="1"/>
          </p:cNvGraphicFramePr>
          <p:nvPr/>
        </p:nvGraphicFramePr>
        <p:xfrm>
          <a:off x="5287964" y="2907665"/>
          <a:ext cx="5472112" cy="3368761"/>
        </p:xfrm>
        <a:graphic>
          <a:graphicData uri="http://schemas.openxmlformats.org/drawingml/2006/table">
            <a:tbl>
              <a:tblPr/>
              <a:tblGrid>
                <a:gridCol w="1230750">
                  <a:extLst>
                    <a:ext uri="{9D8B030D-6E8A-4147-A177-3AD203B41FA5}">
                      <a16:colId xmlns:a16="http://schemas.microsoft.com/office/drawing/2014/main" val="20000"/>
                    </a:ext>
                  </a:extLst>
                </a:gridCol>
                <a:gridCol w="1350169">
                  <a:extLst>
                    <a:ext uri="{9D8B030D-6E8A-4147-A177-3AD203B41FA5}">
                      <a16:colId xmlns:a16="http://schemas.microsoft.com/office/drawing/2014/main" val="20001"/>
                    </a:ext>
                  </a:extLst>
                </a:gridCol>
                <a:gridCol w="1497309">
                  <a:extLst>
                    <a:ext uri="{9D8B030D-6E8A-4147-A177-3AD203B41FA5}">
                      <a16:colId xmlns:a16="http://schemas.microsoft.com/office/drawing/2014/main" val="20002"/>
                    </a:ext>
                  </a:extLst>
                </a:gridCol>
                <a:gridCol w="1393884">
                  <a:extLst>
                    <a:ext uri="{9D8B030D-6E8A-4147-A177-3AD203B41FA5}">
                      <a16:colId xmlns:a16="http://schemas.microsoft.com/office/drawing/2014/main" val="20003"/>
                    </a:ext>
                  </a:extLst>
                </a:gridCol>
              </a:tblGrid>
              <a:tr h="442825">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000" b="0" i="1" kern="12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kumimoji="1" lang="en-US" altLang="zh-CN" sz="1800" b="1"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rPr>
                        <a:t>   </a:t>
                      </a:r>
                      <a:r>
                        <a:rPr kumimoji="1" lang="en-US" altLang="zh-CN" sz="2000" b="0" i="1" kern="12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 </a:t>
                      </a:r>
                      <a:r>
                        <a:rPr kumimoji="1" lang="en-US" altLang="zh-CN" sz="1800" b="1"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rPr>
                        <a:t>   </a:t>
                      </a:r>
                      <a:r>
                        <a:rPr kumimoji="1" lang="en-US" altLang="zh-CN" sz="2000" b="0" i="1" kern="12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p>
                  </a:txBody>
                  <a:tcPr marL="91443" marR="91443" marT="45711" marB="45711" horzOverflow="overflow">
                    <a:lnL cap="flat">
                      <a:noFill/>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1" u="none" strike="noStrike" cap="none" normalizeH="0" baseline="0" dirty="0">
                          <a:ln>
                            <a:noFill/>
                          </a:ln>
                          <a:solidFill>
                            <a:srgbClr val="FFC000"/>
                          </a:solidFill>
                          <a:effectLst/>
                          <a:latin typeface="Times New Roman" panose="02020603050405020304" pitchFamily="18" charset="0"/>
                          <a:ea typeface="宋体" panose="02010600030101010101" pitchFamily="2" charset="-122"/>
                          <a:cs typeface="Times New Roman" panose="02020603050405020304" pitchFamily="18" charset="0"/>
                        </a:rPr>
                        <a:t>p</a:t>
                      </a:r>
                      <a:r>
                        <a:rPr kumimoji="1" lang="en-US" altLang="zh-CN" sz="1800" b="1" i="0" u="none" strike="noStrike" cap="none" normalizeH="0" baseline="0" dirty="0">
                          <a:ln>
                            <a:noFill/>
                          </a:ln>
                          <a:solidFill>
                            <a:srgbClr val="FFC000"/>
                          </a:solidFill>
                          <a:effectLst/>
                          <a:latin typeface="宋体" panose="02010600030101010101" pitchFamily="2" charset="-122"/>
                          <a:ea typeface="宋体" panose="02010600030101010101" pitchFamily="2" charset="-122"/>
                        </a:rPr>
                        <a:t>→(</a:t>
                      </a:r>
                      <a:r>
                        <a:rPr kumimoji="1" lang="en-US" altLang="zh-CN" sz="1800" b="1" i="1" u="none" strike="noStrike" kern="1200" cap="none" normalizeH="0" baseline="0" dirty="0" err="1">
                          <a:ln>
                            <a:noFill/>
                          </a:ln>
                          <a:solidFill>
                            <a:srgbClr val="FFC000"/>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1800" b="1" i="0" u="none" strike="noStrike" cap="none" normalizeH="0" baseline="0" dirty="0" err="1">
                          <a:ln>
                            <a:noFill/>
                          </a:ln>
                          <a:solidFill>
                            <a:srgbClr val="FFC000"/>
                          </a:solidFill>
                          <a:effectLst/>
                          <a:latin typeface="宋体" panose="02010600030101010101" pitchFamily="2" charset="-122"/>
                          <a:ea typeface="宋体" panose="02010600030101010101" pitchFamily="2" charset="-122"/>
                        </a:rPr>
                        <a:t>→</a:t>
                      </a:r>
                      <a:r>
                        <a:rPr kumimoji="1" lang="en-US" altLang="zh-CN" sz="1800" b="1" i="1" u="none" strike="noStrike" kern="1200" cap="none" normalizeH="0" baseline="0" dirty="0" err="1">
                          <a:ln>
                            <a:noFill/>
                          </a:ln>
                          <a:solidFill>
                            <a:srgbClr val="FFC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1" lang="en-US" altLang="zh-CN" sz="1800" b="1" i="0" u="none" strike="noStrike" cap="none" normalizeH="0" baseline="0" dirty="0">
                          <a:ln>
                            <a:noFill/>
                          </a:ln>
                          <a:solidFill>
                            <a:srgbClr val="FFC000"/>
                          </a:solidFill>
                          <a:effectLst/>
                          <a:latin typeface="宋体" panose="02010600030101010101" pitchFamily="2" charset="-122"/>
                          <a:ea typeface="宋体" panose="02010600030101010101" pitchFamily="2" charset="-122"/>
                        </a:rPr>
                        <a:t>)</a:t>
                      </a:r>
                    </a:p>
                  </a:txBody>
                  <a:tcPr marL="91443" marR="91443" marT="45711" marB="4571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FF00"/>
                          </a:solidFill>
                          <a:effectLst/>
                          <a:latin typeface="宋体" panose="02010600030101010101" pitchFamily="2" charset="-122"/>
                          <a:ea typeface="宋体" panose="02010600030101010101" pitchFamily="2" charset="-122"/>
                        </a:rPr>
                        <a:t>(</a:t>
                      </a:r>
                      <a:r>
                        <a:rPr kumimoji="1" lang="en-US" altLang="zh-CN" sz="1800" b="1" i="1" u="none" strike="noStrike" kern="1200" cap="none" normalizeH="0" baseline="0" dirty="0" err="1">
                          <a:ln>
                            <a:noFill/>
                          </a:ln>
                          <a:solidFill>
                            <a:srgbClr val="FFFF00"/>
                          </a:solidFill>
                          <a:effectLst/>
                          <a:latin typeface="Times New Roman" panose="02020603050405020304" pitchFamily="18" charset="0"/>
                          <a:ea typeface="宋体" panose="02010600030101010101" pitchFamily="2" charset="-122"/>
                          <a:cs typeface="Times New Roman" panose="02020603050405020304" pitchFamily="18" charset="0"/>
                        </a:rPr>
                        <a:t>p</a:t>
                      </a:r>
                      <a:r>
                        <a:rPr kumimoji="1" lang="en-US" altLang="zh-CN" sz="1800" b="1" i="0" u="none" strike="noStrike" cap="none" normalizeH="0" baseline="0" dirty="0" err="1">
                          <a:ln>
                            <a:noFill/>
                          </a:ln>
                          <a:solidFill>
                            <a:srgbClr val="FFFF00"/>
                          </a:solidFill>
                          <a:effectLst/>
                          <a:latin typeface="宋体" panose="02010600030101010101" pitchFamily="2" charset="-122"/>
                          <a:ea typeface="宋体" panose="02010600030101010101" pitchFamily="2" charset="-122"/>
                        </a:rPr>
                        <a:t>∧</a:t>
                      </a:r>
                      <a:r>
                        <a:rPr kumimoji="1" lang="en-US" altLang="zh-CN" sz="1800" b="1" i="1" u="none" strike="noStrike" kern="1200" cap="none" normalizeH="0" baseline="0" dirty="0" err="1">
                          <a:ln>
                            <a:noFill/>
                          </a:ln>
                          <a:solidFill>
                            <a:srgbClr val="FFFF00"/>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1800" b="1" i="0" u="none" strike="noStrike" cap="none" normalizeH="0" baseline="0" dirty="0">
                          <a:ln>
                            <a:noFill/>
                          </a:ln>
                          <a:solidFill>
                            <a:srgbClr val="FFFF00"/>
                          </a:solidFill>
                          <a:effectLst/>
                          <a:latin typeface="宋体" panose="02010600030101010101" pitchFamily="2" charset="-122"/>
                          <a:ea typeface="宋体" panose="02010600030101010101" pitchFamily="2" charset="-122"/>
                        </a:rPr>
                        <a:t>)→</a:t>
                      </a:r>
                      <a:r>
                        <a:rPr kumimoji="1" lang="en-US" altLang="zh-CN" sz="1800" b="1" i="1" u="none" strike="noStrike" kern="1200" cap="none" normalizeH="0" baseline="0" dirty="0">
                          <a:ln>
                            <a:noFill/>
                          </a:ln>
                          <a:solidFill>
                            <a:srgbClr val="FFFF00"/>
                          </a:solidFill>
                          <a:effectLst/>
                          <a:latin typeface="Times New Roman" panose="02020603050405020304" pitchFamily="18" charset="0"/>
                          <a:ea typeface="宋体" panose="02010600030101010101" pitchFamily="2" charset="-122"/>
                          <a:cs typeface="Times New Roman" panose="02020603050405020304" pitchFamily="18" charset="0"/>
                        </a:rPr>
                        <a:t>r</a:t>
                      </a:r>
                    </a:p>
                  </a:txBody>
                  <a:tcPr marL="91443" marR="91443" marT="45711" marB="4571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chemeClr val="accent6">
                              <a:lumMod val="20000"/>
                              <a:lumOff val="80000"/>
                            </a:schemeClr>
                          </a:solidFill>
                          <a:effectLst/>
                          <a:latin typeface="宋体" panose="02010600030101010101" pitchFamily="2" charset="-122"/>
                          <a:ea typeface="宋体" panose="02010600030101010101" pitchFamily="2" charset="-122"/>
                        </a:rPr>
                        <a:t>(</a:t>
                      </a:r>
                      <a:r>
                        <a:rPr kumimoji="1" lang="en-US" altLang="zh-CN" sz="1800" b="1" i="1" u="none" strike="noStrike" kern="1200" cap="none" normalizeH="0" baseline="0" dirty="0" err="1">
                          <a:ln>
                            <a:noFill/>
                          </a:ln>
                          <a:solidFill>
                            <a:schemeClr val="accent6">
                              <a:lumMod val="20000"/>
                              <a:lumOff val="80000"/>
                            </a:schemeClr>
                          </a:solidFill>
                          <a:effectLst/>
                          <a:latin typeface="Times New Roman" panose="02020603050405020304" pitchFamily="18" charset="0"/>
                          <a:ea typeface="宋体" panose="02010600030101010101" pitchFamily="2" charset="-122"/>
                          <a:cs typeface="Times New Roman" panose="02020603050405020304" pitchFamily="18" charset="0"/>
                        </a:rPr>
                        <a:t>p</a:t>
                      </a:r>
                      <a:r>
                        <a:rPr kumimoji="1" lang="en-US" altLang="zh-CN" sz="1800" b="1" i="0" u="none" strike="noStrike" cap="none" normalizeH="0" baseline="0" dirty="0" err="1">
                          <a:ln>
                            <a:noFill/>
                          </a:ln>
                          <a:solidFill>
                            <a:schemeClr val="accent6">
                              <a:lumMod val="20000"/>
                              <a:lumOff val="80000"/>
                            </a:schemeClr>
                          </a:solidFill>
                          <a:effectLst/>
                          <a:latin typeface="宋体" panose="02010600030101010101" pitchFamily="2" charset="-122"/>
                          <a:ea typeface="宋体" panose="02010600030101010101" pitchFamily="2" charset="-122"/>
                        </a:rPr>
                        <a:t>→</a:t>
                      </a:r>
                      <a:r>
                        <a:rPr kumimoji="1" lang="en-US" altLang="zh-CN" sz="1800" b="1" i="1" u="none" strike="noStrike" kern="1200" cap="none" normalizeH="0" baseline="0" dirty="0" err="1">
                          <a:ln>
                            <a:noFill/>
                          </a:ln>
                          <a:solidFill>
                            <a:schemeClr val="accent6">
                              <a:lumMod val="20000"/>
                              <a:lumOff val="80000"/>
                            </a:schemeClr>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1800" b="1" i="0" u="none" strike="noStrike" cap="none" normalizeH="0" baseline="0" dirty="0">
                          <a:ln>
                            <a:noFill/>
                          </a:ln>
                          <a:solidFill>
                            <a:schemeClr val="accent6">
                              <a:lumMod val="20000"/>
                              <a:lumOff val="80000"/>
                            </a:schemeClr>
                          </a:solidFill>
                          <a:effectLst/>
                          <a:latin typeface="宋体" panose="02010600030101010101" pitchFamily="2" charset="-122"/>
                          <a:ea typeface="宋体" panose="02010600030101010101" pitchFamily="2" charset="-122"/>
                        </a:rPr>
                        <a:t>)→</a:t>
                      </a:r>
                      <a:r>
                        <a:rPr kumimoji="1" lang="en-US" altLang="zh-CN" sz="1800" b="1" i="1" u="none" strike="noStrike" kern="1200" cap="none" normalizeH="0" baseline="0" dirty="0">
                          <a:ln>
                            <a:noFill/>
                          </a:ln>
                          <a:solidFill>
                            <a:schemeClr val="accent6">
                              <a:lumMod val="20000"/>
                              <a:lumOff val="80000"/>
                            </a:schemeClr>
                          </a:solidFill>
                          <a:effectLst/>
                          <a:latin typeface="Times New Roman" panose="02020603050405020304" pitchFamily="18" charset="0"/>
                          <a:ea typeface="宋体" panose="02010600030101010101" pitchFamily="2" charset="-122"/>
                          <a:cs typeface="Times New Roman" panose="02020603050405020304" pitchFamily="18" charset="0"/>
                        </a:rPr>
                        <a:t>r</a:t>
                      </a:r>
                    </a:p>
                  </a:txBody>
                  <a:tcPr marL="91443" marR="91443" marT="45711" marB="45711" horzOverflow="overflow">
                    <a:lnL w="12700" cap="flat" cmpd="sng" algn="ctr">
                      <a:solidFill>
                        <a:srgbClr val="FF7C80"/>
                      </a:solidFill>
                      <a:prstDash val="solid"/>
                      <a:round/>
                      <a:headEnd type="none" w="med" len="med"/>
                      <a:tailEnd type="none" w="med" len="med"/>
                    </a:lnL>
                    <a:lnR cap="flat">
                      <a:noFill/>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731">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chemeClr val="bg1"/>
                          </a:solidFill>
                          <a:effectLst/>
                          <a:latin typeface="宋体" panose="02010600030101010101" pitchFamily="2" charset="-122"/>
                          <a:ea typeface="宋体" panose="02010600030101010101" pitchFamily="2" charset="-122"/>
                        </a:rPr>
                        <a:t>0   0   0</a:t>
                      </a:r>
                    </a:p>
                  </a:txBody>
                  <a:tcPr marL="91443" marR="91443" marT="45711" marB="45711" horzOverflow="overflow">
                    <a:lnL cap="flat">
                      <a:noFill/>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zh-CN" sz="1800" b="1" i="0" u="none" strike="noStrike" cap="none" normalizeH="0" baseline="0" dirty="0">
                        <a:ln>
                          <a:noFill/>
                        </a:ln>
                        <a:solidFill>
                          <a:srgbClr val="FFC000"/>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cap="flat">
                      <a:noFill/>
                    </a:lnR>
                    <a:lnT w="12700" cap="flat" cmpd="sng" algn="ctr">
                      <a:solidFill>
                        <a:srgbClr val="FF7C8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365731">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chemeClr val="bg1"/>
                          </a:solidFill>
                          <a:effectLst/>
                          <a:latin typeface="宋体" panose="02010600030101010101" pitchFamily="2" charset="-122"/>
                          <a:ea typeface="宋体" panose="02010600030101010101" pitchFamily="2" charset="-122"/>
                        </a:rPr>
                        <a:t>0   0   1</a:t>
                      </a:r>
                    </a:p>
                  </a:txBody>
                  <a:tcPr marL="91443" marR="91443" marT="45711" marB="45711" horzOverflow="overflow">
                    <a:lnL cap="flat">
                      <a:noFill/>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zh-CN" sz="1800" b="1" i="0" u="none" strike="noStrike" cap="none" normalizeH="0" baseline="0" dirty="0">
                        <a:ln>
                          <a:noFill/>
                        </a:ln>
                        <a:solidFill>
                          <a:srgbClr val="FFC000"/>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365731">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chemeClr val="bg1"/>
                          </a:solidFill>
                          <a:effectLst/>
                          <a:latin typeface="宋体" panose="02010600030101010101" pitchFamily="2" charset="-122"/>
                          <a:ea typeface="宋体" panose="02010600030101010101" pitchFamily="2" charset="-122"/>
                        </a:rPr>
                        <a:t>0   1   0</a:t>
                      </a:r>
                    </a:p>
                  </a:txBody>
                  <a:tcPr marL="91443" marR="91443" marT="45711" marB="45711" horzOverflow="overflow">
                    <a:lnL cap="flat">
                      <a:noFill/>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zh-CN" sz="1800" b="1" i="0" u="none" strike="noStrike" cap="none" normalizeH="0" baseline="0" dirty="0">
                        <a:ln>
                          <a:noFill/>
                        </a:ln>
                        <a:solidFill>
                          <a:srgbClr val="FFC000"/>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365731">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chemeClr val="bg1"/>
                          </a:solidFill>
                          <a:effectLst/>
                          <a:latin typeface="宋体" panose="02010600030101010101" pitchFamily="2" charset="-122"/>
                          <a:ea typeface="宋体" panose="02010600030101010101" pitchFamily="2" charset="-122"/>
                        </a:rPr>
                        <a:t>0   1   1</a:t>
                      </a:r>
                    </a:p>
                  </a:txBody>
                  <a:tcPr marL="91443" marR="91443" marT="45711" marB="45711" horzOverflow="overflow">
                    <a:lnL cap="flat">
                      <a:noFill/>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zh-CN" sz="1800" b="1" i="0" u="none" strike="noStrike" cap="none" normalizeH="0" baseline="0" dirty="0">
                        <a:ln>
                          <a:noFill/>
                        </a:ln>
                        <a:solidFill>
                          <a:srgbClr val="FFC000"/>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365731">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chemeClr val="bg1"/>
                          </a:solidFill>
                          <a:effectLst/>
                          <a:latin typeface="宋体" panose="02010600030101010101" pitchFamily="2" charset="-122"/>
                          <a:ea typeface="宋体" panose="02010600030101010101" pitchFamily="2" charset="-122"/>
                        </a:rPr>
                        <a:t>1   0   0</a:t>
                      </a:r>
                    </a:p>
                  </a:txBody>
                  <a:tcPr marL="91443" marR="91443" marT="45711" marB="45711" horzOverflow="overflow">
                    <a:lnL cap="flat">
                      <a:noFill/>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zh-CN" sz="1800" b="1" i="0" u="none" strike="noStrike" cap="none" normalizeH="0" baseline="0" dirty="0">
                        <a:ln>
                          <a:noFill/>
                        </a:ln>
                        <a:solidFill>
                          <a:srgbClr val="FFC000"/>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365731">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chemeClr val="bg1"/>
                          </a:solidFill>
                          <a:effectLst/>
                          <a:latin typeface="宋体" panose="02010600030101010101" pitchFamily="2" charset="-122"/>
                          <a:ea typeface="宋体" panose="02010600030101010101" pitchFamily="2" charset="-122"/>
                        </a:rPr>
                        <a:t>1   0   1</a:t>
                      </a:r>
                    </a:p>
                  </a:txBody>
                  <a:tcPr marL="91443" marR="91443" marT="45711" marB="45711" horzOverflow="overflow">
                    <a:lnL cap="flat">
                      <a:noFill/>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zh-CN" sz="1800" b="1" i="0" u="none" strike="noStrike" cap="none" normalizeH="0" baseline="0" dirty="0">
                        <a:ln>
                          <a:noFill/>
                        </a:ln>
                        <a:solidFill>
                          <a:srgbClr val="FFC000"/>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365731">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chemeClr val="bg1"/>
                          </a:solidFill>
                          <a:effectLst/>
                          <a:latin typeface="宋体" panose="02010600030101010101" pitchFamily="2" charset="-122"/>
                          <a:ea typeface="宋体" panose="02010600030101010101" pitchFamily="2" charset="-122"/>
                        </a:rPr>
                        <a:t>1   1   0</a:t>
                      </a:r>
                    </a:p>
                  </a:txBody>
                  <a:tcPr marL="91443" marR="91443" marT="45711" marB="45711" horzOverflow="overflow">
                    <a:lnL cap="flat">
                      <a:noFill/>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zh-CN" sz="1800" b="1" i="0" u="none" strike="noStrike" cap="none" normalizeH="0" baseline="0" dirty="0">
                        <a:ln>
                          <a:noFill/>
                        </a:ln>
                        <a:solidFill>
                          <a:srgbClr val="FFC000"/>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7"/>
                  </a:ext>
                </a:extLst>
              </a:tr>
              <a:tr h="365731">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chemeClr val="bg1"/>
                          </a:solidFill>
                          <a:effectLst/>
                          <a:latin typeface="宋体" panose="02010600030101010101" pitchFamily="2" charset="-122"/>
                          <a:ea typeface="宋体" panose="02010600030101010101" pitchFamily="2" charset="-122"/>
                        </a:rPr>
                        <a:t>1   1   1</a:t>
                      </a:r>
                    </a:p>
                  </a:txBody>
                  <a:tcPr marL="91443" marR="91443" marT="45711" marB="45711" horzOverflow="overflow">
                    <a:lnL cap="flat">
                      <a:noFill/>
                    </a:lnL>
                    <a:lnR w="12700" cap="flat" cmpd="sng" algn="ctr">
                      <a:solidFill>
                        <a:srgbClr val="FF7C80"/>
                      </a:solidFill>
                      <a:prstDash val="solid"/>
                      <a:round/>
                      <a:headEnd type="none" w="med" len="med"/>
                      <a:tailEnd type="none" w="med" len="med"/>
                    </a:lnR>
                    <a:lnT>
                      <a:noFill/>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zh-CN" sz="1800" b="1" i="0" u="none" strike="noStrike" cap="none" normalizeH="0" baseline="0" dirty="0">
                        <a:ln>
                          <a:noFill/>
                        </a:ln>
                        <a:solidFill>
                          <a:srgbClr val="FFC000"/>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cap="flat">
                      <a:noFill/>
                    </a:lnR>
                    <a:lnT>
                      <a:noFill/>
                    </a:lnT>
                    <a:lnB w="12700" cap="flat" cmpd="sng" algn="ctr">
                      <a:solidFill>
                        <a:srgbClr val="FF7C8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graphicFrame>
        <p:nvGraphicFramePr>
          <p:cNvPr id="12" name="Group 96"/>
          <p:cNvGraphicFramePr>
            <a:graphicFrameLocks noGrp="1"/>
          </p:cNvGraphicFramePr>
          <p:nvPr/>
        </p:nvGraphicFramePr>
        <p:xfrm>
          <a:off x="6886454" y="3358288"/>
          <a:ext cx="3960812" cy="366713"/>
        </p:xfrm>
        <a:graphic>
          <a:graphicData uri="http://schemas.openxmlformats.org/drawingml/2006/table">
            <a:tbl>
              <a:tblPr/>
              <a:tblGrid>
                <a:gridCol w="1125898">
                  <a:extLst>
                    <a:ext uri="{9D8B030D-6E8A-4147-A177-3AD203B41FA5}">
                      <a16:colId xmlns:a16="http://schemas.microsoft.com/office/drawing/2014/main" val="20000"/>
                    </a:ext>
                  </a:extLst>
                </a:gridCol>
                <a:gridCol w="1468162">
                  <a:extLst>
                    <a:ext uri="{9D8B030D-6E8A-4147-A177-3AD203B41FA5}">
                      <a16:colId xmlns:a16="http://schemas.microsoft.com/office/drawing/2014/main" val="20001"/>
                    </a:ext>
                  </a:extLst>
                </a:gridCol>
                <a:gridCol w="1366752">
                  <a:extLst>
                    <a:ext uri="{9D8B030D-6E8A-4147-A177-3AD203B41FA5}">
                      <a16:colId xmlns:a16="http://schemas.microsoft.com/office/drawing/2014/main" val="20002"/>
                    </a:ext>
                  </a:extLst>
                </a:gridCol>
              </a:tblGrid>
              <a:tr h="366713">
                <a:tc>
                  <a:txBody>
                    <a:bodyPr/>
                    <a:lstStyle>
                      <a:lvl1pPr marL="187325">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marL="377825">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marL="114300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marL="156210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marL="198120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marL="24384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marL="28956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marL="33528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marL="38100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187325"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C000"/>
                          </a:solidFill>
                          <a:effectLst/>
                          <a:latin typeface="宋体" panose="02010600030101010101" pitchFamily="2" charset="-122"/>
                          <a:ea typeface="宋体" panose="02010600030101010101" pitchFamily="2" charset="-122"/>
                        </a:rPr>
                        <a:t>1</a:t>
                      </a:r>
                    </a:p>
                  </a:txBody>
                  <a:tcPr marL="91449" marR="91449" marT="45735" marB="45735" horzOverflow="overflow">
                    <a:lnL cap="flat">
                      <a:noFill/>
                    </a:lnL>
                    <a:lnR>
                      <a:noFill/>
                    </a:lnR>
                    <a:lnT cap="flat">
                      <a:noFill/>
                    </a:lnT>
                    <a:lnB cap="flat">
                      <a:noFill/>
                    </a:lnB>
                    <a:lnTlToBr>
                      <a:noFill/>
                    </a:lnTlToBr>
                    <a:lnBlToTr>
                      <a:noFill/>
                    </a:lnBlToTr>
                    <a:noFill/>
                  </a:tcPr>
                </a:tc>
                <a:tc>
                  <a:txBody>
                    <a:bodyPr/>
                    <a:lstStyle>
                      <a:lvl1pPr marL="187325">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marL="377825">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marL="114300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marL="156210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marL="198120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marL="24384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marL="28956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marL="33528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marL="38100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187325"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FF00"/>
                          </a:solidFill>
                          <a:effectLst/>
                          <a:latin typeface="宋体" panose="02010600030101010101" pitchFamily="2" charset="-122"/>
                          <a:ea typeface="宋体" panose="02010600030101010101" pitchFamily="2" charset="-122"/>
                        </a:rPr>
                        <a:t>1</a:t>
                      </a:r>
                    </a:p>
                  </a:txBody>
                  <a:tcPr marL="91449" marR="91449" marT="45735" marB="45735" horzOverflow="overflow">
                    <a:lnL>
                      <a:noFill/>
                    </a:lnL>
                    <a:lnR>
                      <a:noFill/>
                    </a:lnR>
                    <a:lnT cap="flat">
                      <a:noFill/>
                    </a:lnT>
                    <a:lnB cap="flat">
                      <a:noFill/>
                    </a:lnB>
                    <a:lnTlToBr>
                      <a:noFill/>
                    </a:lnTlToBr>
                    <a:lnBlToTr>
                      <a:noFill/>
                    </a:lnBlToTr>
                    <a:noFill/>
                  </a:tcPr>
                </a:tc>
                <a:tc>
                  <a:txBody>
                    <a:bodyPr/>
                    <a:lstStyle>
                      <a:lvl1pPr marL="187325">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marL="377825">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marL="114300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marL="156210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marL="198120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marL="24384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marL="28956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marL="33528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marL="38100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187325"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chemeClr val="accent6">
                              <a:lumMod val="20000"/>
                              <a:lumOff val="80000"/>
                            </a:schemeClr>
                          </a:solidFill>
                          <a:effectLst/>
                          <a:latin typeface="宋体" panose="02010600030101010101" pitchFamily="2" charset="-122"/>
                          <a:ea typeface="宋体" panose="02010600030101010101" pitchFamily="2" charset="-122"/>
                        </a:rPr>
                        <a:t>0</a:t>
                      </a:r>
                    </a:p>
                  </a:txBody>
                  <a:tcPr marL="91449" marR="91449" marT="45735" marB="45735" horzOverflow="overflow">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3" name="Group 147"/>
          <p:cNvGraphicFramePr>
            <a:graphicFrameLocks noGrp="1"/>
          </p:cNvGraphicFramePr>
          <p:nvPr/>
        </p:nvGraphicFramePr>
        <p:xfrm>
          <a:off x="6886454" y="3726587"/>
          <a:ext cx="3960812" cy="365392"/>
        </p:xfrm>
        <a:graphic>
          <a:graphicData uri="http://schemas.openxmlformats.org/drawingml/2006/table">
            <a:tbl>
              <a:tblPr/>
              <a:tblGrid>
                <a:gridCol w="1125898">
                  <a:extLst>
                    <a:ext uri="{9D8B030D-6E8A-4147-A177-3AD203B41FA5}">
                      <a16:colId xmlns:a16="http://schemas.microsoft.com/office/drawing/2014/main" val="20000"/>
                    </a:ext>
                  </a:extLst>
                </a:gridCol>
                <a:gridCol w="1468162">
                  <a:extLst>
                    <a:ext uri="{9D8B030D-6E8A-4147-A177-3AD203B41FA5}">
                      <a16:colId xmlns:a16="http://schemas.microsoft.com/office/drawing/2014/main" val="20001"/>
                    </a:ext>
                  </a:extLst>
                </a:gridCol>
                <a:gridCol w="1366752">
                  <a:extLst>
                    <a:ext uri="{9D8B030D-6E8A-4147-A177-3AD203B41FA5}">
                      <a16:colId xmlns:a16="http://schemas.microsoft.com/office/drawing/2014/main" val="20002"/>
                    </a:ext>
                  </a:extLst>
                </a:gridCol>
              </a:tblGrid>
              <a:tr h="365125">
                <a:tc>
                  <a:txBody>
                    <a:bodyPr/>
                    <a:lstStyle>
                      <a:lvl1pPr marL="187325">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marL="377825">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marL="114300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marL="156210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marL="198120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marL="24384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marL="28956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marL="33528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marL="38100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187325"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C000"/>
                          </a:solidFill>
                          <a:effectLst/>
                          <a:latin typeface="宋体" panose="02010600030101010101" pitchFamily="2" charset="-122"/>
                          <a:ea typeface="宋体" panose="02010600030101010101" pitchFamily="2" charset="-122"/>
                        </a:rPr>
                        <a:t>1</a:t>
                      </a:r>
                    </a:p>
                  </a:txBody>
                  <a:tcPr marL="91449" marR="91449" marT="45536" marB="45536" horzOverflow="overflow">
                    <a:lnL cap="flat">
                      <a:noFill/>
                    </a:lnL>
                    <a:lnR>
                      <a:noFill/>
                    </a:lnR>
                    <a:lnT cap="flat">
                      <a:noFill/>
                    </a:lnT>
                    <a:lnB cap="flat">
                      <a:noFill/>
                    </a:lnB>
                    <a:lnTlToBr>
                      <a:noFill/>
                    </a:lnTlToBr>
                    <a:lnBlToTr>
                      <a:noFill/>
                    </a:lnBlToTr>
                    <a:noFill/>
                  </a:tcPr>
                </a:tc>
                <a:tc>
                  <a:txBody>
                    <a:bodyPr/>
                    <a:lstStyle>
                      <a:lvl1pPr marL="187325">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marL="377825">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marL="114300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marL="156210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marL="198120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marL="24384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marL="28956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marL="33528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marL="38100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187325"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FF00"/>
                          </a:solidFill>
                          <a:effectLst/>
                          <a:latin typeface="宋体" panose="02010600030101010101" pitchFamily="2" charset="-122"/>
                          <a:ea typeface="宋体" panose="02010600030101010101" pitchFamily="2" charset="-122"/>
                        </a:rPr>
                        <a:t>1</a:t>
                      </a:r>
                    </a:p>
                  </a:txBody>
                  <a:tcPr marL="91449" marR="91449" marT="45536" marB="45536" horzOverflow="overflow">
                    <a:lnL>
                      <a:noFill/>
                    </a:lnL>
                    <a:lnR>
                      <a:noFill/>
                    </a:lnR>
                    <a:lnT cap="flat">
                      <a:noFill/>
                    </a:lnT>
                    <a:lnB cap="flat">
                      <a:noFill/>
                    </a:lnB>
                    <a:lnTlToBr>
                      <a:noFill/>
                    </a:lnTlToBr>
                    <a:lnBlToTr>
                      <a:noFill/>
                    </a:lnBlToTr>
                    <a:noFill/>
                  </a:tcPr>
                </a:tc>
                <a:tc>
                  <a:txBody>
                    <a:bodyPr/>
                    <a:lstStyle>
                      <a:lvl1pPr marL="187325">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marL="377825">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marL="114300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marL="156210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marL="198120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marL="24384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marL="28956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marL="33528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marL="38100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187325"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chemeClr val="accent6">
                              <a:lumMod val="20000"/>
                              <a:lumOff val="80000"/>
                            </a:schemeClr>
                          </a:solidFill>
                          <a:effectLst/>
                          <a:latin typeface="宋体" panose="02010600030101010101" pitchFamily="2" charset="-122"/>
                          <a:ea typeface="宋体" panose="02010600030101010101" pitchFamily="2" charset="-122"/>
                        </a:rPr>
                        <a:t>1</a:t>
                      </a:r>
                    </a:p>
                  </a:txBody>
                  <a:tcPr marL="91449" marR="91449" marT="45536" marB="45536" horzOverflow="overflow">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Group 152"/>
          <p:cNvGraphicFramePr>
            <a:graphicFrameLocks noGrp="1"/>
          </p:cNvGraphicFramePr>
          <p:nvPr/>
        </p:nvGraphicFramePr>
        <p:xfrm>
          <a:off x="6886454" y="4093300"/>
          <a:ext cx="3960812" cy="365392"/>
        </p:xfrm>
        <a:graphic>
          <a:graphicData uri="http://schemas.openxmlformats.org/drawingml/2006/table">
            <a:tbl>
              <a:tblPr/>
              <a:tblGrid>
                <a:gridCol w="1125898">
                  <a:extLst>
                    <a:ext uri="{9D8B030D-6E8A-4147-A177-3AD203B41FA5}">
                      <a16:colId xmlns:a16="http://schemas.microsoft.com/office/drawing/2014/main" val="20000"/>
                    </a:ext>
                  </a:extLst>
                </a:gridCol>
                <a:gridCol w="1468163">
                  <a:extLst>
                    <a:ext uri="{9D8B030D-6E8A-4147-A177-3AD203B41FA5}">
                      <a16:colId xmlns:a16="http://schemas.microsoft.com/office/drawing/2014/main" val="20001"/>
                    </a:ext>
                  </a:extLst>
                </a:gridCol>
                <a:gridCol w="1366751">
                  <a:extLst>
                    <a:ext uri="{9D8B030D-6E8A-4147-A177-3AD203B41FA5}">
                      <a16:colId xmlns:a16="http://schemas.microsoft.com/office/drawing/2014/main" val="20002"/>
                    </a:ext>
                  </a:extLst>
                </a:gridCol>
              </a:tblGrid>
              <a:tr h="365125">
                <a:tc>
                  <a:txBody>
                    <a:bodyPr/>
                    <a:lstStyle>
                      <a:lvl1pPr marL="187325">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marL="377825">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marL="114300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marL="156210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marL="198120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marL="24384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marL="28956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marL="33528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marL="38100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187325"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C000"/>
                          </a:solidFill>
                          <a:effectLst/>
                          <a:latin typeface="宋体" panose="02010600030101010101" pitchFamily="2" charset="-122"/>
                          <a:ea typeface="宋体" panose="02010600030101010101" pitchFamily="2" charset="-122"/>
                        </a:rPr>
                        <a:t>1</a:t>
                      </a:r>
                    </a:p>
                  </a:txBody>
                  <a:tcPr marL="91449" marR="91449" marT="45536" marB="45536" horzOverflow="overflow">
                    <a:lnL cap="flat">
                      <a:noFill/>
                    </a:lnL>
                    <a:lnR>
                      <a:noFill/>
                    </a:lnR>
                    <a:lnT cap="flat">
                      <a:noFill/>
                    </a:lnT>
                    <a:lnB cap="flat">
                      <a:noFill/>
                    </a:lnB>
                    <a:lnTlToBr>
                      <a:noFill/>
                    </a:lnTlToBr>
                    <a:lnBlToTr>
                      <a:noFill/>
                    </a:lnBlToTr>
                    <a:noFill/>
                  </a:tcPr>
                </a:tc>
                <a:tc>
                  <a:txBody>
                    <a:bodyPr/>
                    <a:lstStyle>
                      <a:lvl1pPr marL="187325">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marL="377825">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marL="114300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marL="156210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marL="198120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marL="24384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marL="28956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marL="33528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marL="38100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187325"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FF00"/>
                          </a:solidFill>
                          <a:effectLst/>
                          <a:latin typeface="宋体" panose="02010600030101010101" pitchFamily="2" charset="-122"/>
                          <a:ea typeface="宋体" panose="02010600030101010101" pitchFamily="2" charset="-122"/>
                        </a:rPr>
                        <a:t>1</a:t>
                      </a:r>
                    </a:p>
                  </a:txBody>
                  <a:tcPr marL="91449" marR="91449" marT="45536" marB="45536" horzOverflow="overflow">
                    <a:lnL>
                      <a:noFill/>
                    </a:lnL>
                    <a:lnR>
                      <a:noFill/>
                    </a:lnR>
                    <a:lnT cap="flat">
                      <a:noFill/>
                    </a:lnT>
                    <a:lnB cap="flat">
                      <a:noFill/>
                    </a:lnB>
                    <a:lnTlToBr>
                      <a:noFill/>
                    </a:lnTlToBr>
                    <a:lnBlToTr>
                      <a:noFill/>
                    </a:lnBlToTr>
                    <a:noFill/>
                  </a:tcPr>
                </a:tc>
                <a:tc>
                  <a:txBody>
                    <a:bodyPr/>
                    <a:lstStyle>
                      <a:lvl1pPr marL="187325">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marL="377825">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marL="114300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marL="156210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marL="198120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marL="24384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marL="28956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marL="33528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marL="38100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187325"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chemeClr val="accent6">
                              <a:lumMod val="20000"/>
                              <a:lumOff val="80000"/>
                            </a:schemeClr>
                          </a:solidFill>
                          <a:effectLst/>
                          <a:latin typeface="宋体" panose="02010600030101010101" pitchFamily="2" charset="-122"/>
                          <a:ea typeface="宋体" panose="02010600030101010101" pitchFamily="2" charset="-122"/>
                        </a:rPr>
                        <a:t>0</a:t>
                      </a:r>
                    </a:p>
                  </a:txBody>
                  <a:tcPr marL="91449" marR="91449" marT="45536" marB="45536" horzOverflow="overflow">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5" name="Group 199"/>
          <p:cNvGraphicFramePr>
            <a:graphicFrameLocks noGrp="1"/>
          </p:cNvGraphicFramePr>
          <p:nvPr/>
        </p:nvGraphicFramePr>
        <p:xfrm>
          <a:off x="6886454" y="4460012"/>
          <a:ext cx="3960812" cy="365392"/>
        </p:xfrm>
        <a:graphic>
          <a:graphicData uri="http://schemas.openxmlformats.org/drawingml/2006/table">
            <a:tbl>
              <a:tblPr/>
              <a:tblGrid>
                <a:gridCol w="1125898">
                  <a:extLst>
                    <a:ext uri="{9D8B030D-6E8A-4147-A177-3AD203B41FA5}">
                      <a16:colId xmlns:a16="http://schemas.microsoft.com/office/drawing/2014/main" val="20000"/>
                    </a:ext>
                  </a:extLst>
                </a:gridCol>
                <a:gridCol w="1468163">
                  <a:extLst>
                    <a:ext uri="{9D8B030D-6E8A-4147-A177-3AD203B41FA5}">
                      <a16:colId xmlns:a16="http://schemas.microsoft.com/office/drawing/2014/main" val="20001"/>
                    </a:ext>
                  </a:extLst>
                </a:gridCol>
                <a:gridCol w="1366751">
                  <a:extLst>
                    <a:ext uri="{9D8B030D-6E8A-4147-A177-3AD203B41FA5}">
                      <a16:colId xmlns:a16="http://schemas.microsoft.com/office/drawing/2014/main" val="20002"/>
                    </a:ext>
                  </a:extLst>
                </a:gridCol>
              </a:tblGrid>
              <a:tr h="365125">
                <a:tc>
                  <a:txBody>
                    <a:bodyPr/>
                    <a:lstStyle>
                      <a:lvl1pPr marL="187325">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marL="377825">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marL="114300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marL="156210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marL="198120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marL="24384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marL="28956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marL="33528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marL="38100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187325"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C000"/>
                          </a:solidFill>
                          <a:effectLst/>
                          <a:latin typeface="宋体" panose="02010600030101010101" pitchFamily="2" charset="-122"/>
                          <a:ea typeface="宋体" panose="02010600030101010101" pitchFamily="2" charset="-122"/>
                        </a:rPr>
                        <a:t>1</a:t>
                      </a:r>
                    </a:p>
                  </a:txBody>
                  <a:tcPr marL="91449" marR="91449" marT="45536" marB="45536" horzOverflow="overflow">
                    <a:lnL cap="flat">
                      <a:noFill/>
                    </a:lnL>
                    <a:lnR>
                      <a:noFill/>
                    </a:lnR>
                    <a:lnT cap="flat">
                      <a:noFill/>
                    </a:lnT>
                    <a:lnB cap="flat">
                      <a:noFill/>
                    </a:lnB>
                    <a:lnTlToBr>
                      <a:noFill/>
                    </a:lnTlToBr>
                    <a:lnBlToTr>
                      <a:noFill/>
                    </a:lnBlToTr>
                    <a:noFill/>
                  </a:tcPr>
                </a:tc>
                <a:tc>
                  <a:txBody>
                    <a:bodyPr/>
                    <a:lstStyle>
                      <a:lvl1pPr marL="187325">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marL="377825">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marL="114300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marL="156210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marL="198120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marL="24384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marL="28956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marL="33528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marL="38100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187325"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FF00"/>
                          </a:solidFill>
                          <a:effectLst/>
                          <a:latin typeface="宋体" panose="02010600030101010101" pitchFamily="2" charset="-122"/>
                          <a:ea typeface="宋体" panose="02010600030101010101" pitchFamily="2" charset="-122"/>
                        </a:rPr>
                        <a:t>1</a:t>
                      </a:r>
                    </a:p>
                  </a:txBody>
                  <a:tcPr marL="91449" marR="91449" marT="45536" marB="45536" horzOverflow="overflow">
                    <a:lnL>
                      <a:noFill/>
                    </a:lnL>
                    <a:lnR>
                      <a:noFill/>
                    </a:lnR>
                    <a:lnT cap="flat">
                      <a:noFill/>
                    </a:lnT>
                    <a:lnB cap="flat">
                      <a:noFill/>
                    </a:lnB>
                    <a:lnTlToBr>
                      <a:noFill/>
                    </a:lnTlToBr>
                    <a:lnBlToTr>
                      <a:noFill/>
                    </a:lnBlToTr>
                    <a:noFill/>
                  </a:tcPr>
                </a:tc>
                <a:tc>
                  <a:txBody>
                    <a:bodyPr/>
                    <a:lstStyle>
                      <a:lvl1pPr marL="187325">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marL="377825">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marL="114300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marL="156210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marL="198120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marL="24384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marL="28956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marL="33528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marL="38100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187325"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chemeClr val="accent6">
                              <a:lumMod val="20000"/>
                              <a:lumOff val="80000"/>
                            </a:schemeClr>
                          </a:solidFill>
                          <a:effectLst/>
                          <a:latin typeface="宋体" panose="02010600030101010101" pitchFamily="2" charset="-122"/>
                          <a:ea typeface="宋体" panose="02010600030101010101" pitchFamily="2" charset="-122"/>
                        </a:rPr>
                        <a:t>1</a:t>
                      </a:r>
                    </a:p>
                  </a:txBody>
                  <a:tcPr marL="91449" marR="91449" marT="45536" marB="45536" horzOverflow="overflow">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6" name="Group 204"/>
          <p:cNvGraphicFramePr>
            <a:graphicFrameLocks noGrp="1"/>
          </p:cNvGraphicFramePr>
          <p:nvPr/>
        </p:nvGraphicFramePr>
        <p:xfrm>
          <a:off x="6886454" y="4828312"/>
          <a:ext cx="3960812" cy="365392"/>
        </p:xfrm>
        <a:graphic>
          <a:graphicData uri="http://schemas.openxmlformats.org/drawingml/2006/table">
            <a:tbl>
              <a:tblPr/>
              <a:tblGrid>
                <a:gridCol w="1125898">
                  <a:extLst>
                    <a:ext uri="{9D8B030D-6E8A-4147-A177-3AD203B41FA5}">
                      <a16:colId xmlns:a16="http://schemas.microsoft.com/office/drawing/2014/main" val="20000"/>
                    </a:ext>
                  </a:extLst>
                </a:gridCol>
                <a:gridCol w="1468164">
                  <a:extLst>
                    <a:ext uri="{9D8B030D-6E8A-4147-A177-3AD203B41FA5}">
                      <a16:colId xmlns:a16="http://schemas.microsoft.com/office/drawing/2014/main" val="20001"/>
                    </a:ext>
                  </a:extLst>
                </a:gridCol>
                <a:gridCol w="1366750">
                  <a:extLst>
                    <a:ext uri="{9D8B030D-6E8A-4147-A177-3AD203B41FA5}">
                      <a16:colId xmlns:a16="http://schemas.microsoft.com/office/drawing/2014/main" val="20002"/>
                    </a:ext>
                  </a:extLst>
                </a:gridCol>
              </a:tblGrid>
              <a:tr h="365125">
                <a:tc>
                  <a:txBody>
                    <a:bodyPr/>
                    <a:lstStyle>
                      <a:lvl1pPr marL="187325">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marL="377825">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marL="114300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marL="156210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marL="198120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marL="24384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marL="28956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marL="33528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marL="38100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187325"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C000"/>
                          </a:solidFill>
                          <a:effectLst/>
                          <a:latin typeface="宋体" panose="02010600030101010101" pitchFamily="2" charset="-122"/>
                          <a:ea typeface="宋体" panose="02010600030101010101" pitchFamily="2" charset="-122"/>
                        </a:rPr>
                        <a:t>1</a:t>
                      </a:r>
                    </a:p>
                  </a:txBody>
                  <a:tcPr marL="91449" marR="91449" marT="45536" marB="45536" horzOverflow="overflow">
                    <a:lnL cap="flat">
                      <a:noFill/>
                    </a:lnL>
                    <a:lnR>
                      <a:noFill/>
                    </a:lnR>
                    <a:lnT cap="flat">
                      <a:noFill/>
                    </a:lnT>
                    <a:lnB cap="flat">
                      <a:noFill/>
                    </a:lnB>
                    <a:lnTlToBr>
                      <a:noFill/>
                    </a:lnTlToBr>
                    <a:lnBlToTr>
                      <a:noFill/>
                    </a:lnBlToTr>
                    <a:noFill/>
                  </a:tcPr>
                </a:tc>
                <a:tc>
                  <a:txBody>
                    <a:bodyPr/>
                    <a:lstStyle>
                      <a:lvl1pPr marL="187325">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marL="377825">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marL="114300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marL="156210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marL="198120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marL="24384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marL="28956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marL="33528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marL="38100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187325"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FF00"/>
                          </a:solidFill>
                          <a:effectLst/>
                          <a:latin typeface="宋体" panose="02010600030101010101" pitchFamily="2" charset="-122"/>
                          <a:ea typeface="宋体" panose="02010600030101010101" pitchFamily="2" charset="-122"/>
                        </a:rPr>
                        <a:t>1</a:t>
                      </a:r>
                    </a:p>
                  </a:txBody>
                  <a:tcPr marL="91449" marR="91449" marT="45536" marB="45536" horzOverflow="overflow">
                    <a:lnL>
                      <a:noFill/>
                    </a:lnL>
                    <a:lnR>
                      <a:noFill/>
                    </a:lnR>
                    <a:lnT cap="flat">
                      <a:noFill/>
                    </a:lnT>
                    <a:lnB cap="flat">
                      <a:noFill/>
                    </a:lnB>
                    <a:lnTlToBr>
                      <a:noFill/>
                    </a:lnTlToBr>
                    <a:lnBlToTr>
                      <a:noFill/>
                    </a:lnBlToTr>
                    <a:noFill/>
                  </a:tcPr>
                </a:tc>
                <a:tc>
                  <a:txBody>
                    <a:bodyPr/>
                    <a:lstStyle>
                      <a:lvl1pPr marL="187325">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marL="377825">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marL="114300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marL="156210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marL="198120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marL="24384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marL="28956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marL="33528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marL="38100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187325"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chemeClr val="accent6">
                              <a:lumMod val="20000"/>
                              <a:lumOff val="80000"/>
                            </a:schemeClr>
                          </a:solidFill>
                          <a:effectLst/>
                          <a:latin typeface="宋体" panose="02010600030101010101" pitchFamily="2" charset="-122"/>
                          <a:ea typeface="宋体" panose="02010600030101010101" pitchFamily="2" charset="-122"/>
                        </a:rPr>
                        <a:t>1</a:t>
                      </a:r>
                    </a:p>
                  </a:txBody>
                  <a:tcPr marL="91449" marR="91449" marT="45536" marB="45536" horzOverflow="overflow">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7" name="Group 209"/>
          <p:cNvGraphicFramePr>
            <a:graphicFrameLocks noGrp="1"/>
          </p:cNvGraphicFramePr>
          <p:nvPr/>
        </p:nvGraphicFramePr>
        <p:xfrm>
          <a:off x="6886454" y="5195025"/>
          <a:ext cx="3960812" cy="365392"/>
        </p:xfrm>
        <a:graphic>
          <a:graphicData uri="http://schemas.openxmlformats.org/drawingml/2006/table">
            <a:tbl>
              <a:tblPr/>
              <a:tblGrid>
                <a:gridCol w="1125898">
                  <a:extLst>
                    <a:ext uri="{9D8B030D-6E8A-4147-A177-3AD203B41FA5}">
                      <a16:colId xmlns:a16="http://schemas.microsoft.com/office/drawing/2014/main" val="20000"/>
                    </a:ext>
                  </a:extLst>
                </a:gridCol>
                <a:gridCol w="1468163">
                  <a:extLst>
                    <a:ext uri="{9D8B030D-6E8A-4147-A177-3AD203B41FA5}">
                      <a16:colId xmlns:a16="http://schemas.microsoft.com/office/drawing/2014/main" val="20001"/>
                    </a:ext>
                  </a:extLst>
                </a:gridCol>
                <a:gridCol w="1366751">
                  <a:extLst>
                    <a:ext uri="{9D8B030D-6E8A-4147-A177-3AD203B41FA5}">
                      <a16:colId xmlns:a16="http://schemas.microsoft.com/office/drawing/2014/main" val="20002"/>
                    </a:ext>
                  </a:extLst>
                </a:gridCol>
              </a:tblGrid>
              <a:tr h="365125">
                <a:tc>
                  <a:txBody>
                    <a:bodyPr/>
                    <a:lstStyle>
                      <a:lvl1pPr marL="187325">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marL="377825">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marL="114300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marL="156210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marL="198120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marL="24384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marL="28956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marL="33528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marL="38100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187325"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C000"/>
                          </a:solidFill>
                          <a:effectLst/>
                          <a:latin typeface="宋体" panose="02010600030101010101" pitchFamily="2" charset="-122"/>
                          <a:ea typeface="宋体" panose="02010600030101010101" pitchFamily="2" charset="-122"/>
                        </a:rPr>
                        <a:t>1</a:t>
                      </a:r>
                    </a:p>
                  </a:txBody>
                  <a:tcPr marL="91449" marR="91449" marT="45536" marB="45536" horzOverflow="overflow">
                    <a:lnL cap="flat">
                      <a:noFill/>
                    </a:lnL>
                    <a:lnR>
                      <a:noFill/>
                    </a:lnR>
                    <a:lnT cap="flat">
                      <a:noFill/>
                    </a:lnT>
                    <a:lnB cap="flat">
                      <a:noFill/>
                    </a:lnB>
                    <a:lnTlToBr>
                      <a:noFill/>
                    </a:lnTlToBr>
                    <a:lnBlToTr>
                      <a:noFill/>
                    </a:lnBlToTr>
                    <a:noFill/>
                  </a:tcPr>
                </a:tc>
                <a:tc>
                  <a:txBody>
                    <a:bodyPr/>
                    <a:lstStyle>
                      <a:lvl1pPr marL="187325">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marL="377825">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marL="114300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marL="156210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marL="198120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marL="24384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marL="28956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marL="33528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marL="38100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187325"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FF00"/>
                          </a:solidFill>
                          <a:effectLst/>
                          <a:latin typeface="宋体" panose="02010600030101010101" pitchFamily="2" charset="-122"/>
                          <a:ea typeface="宋体" panose="02010600030101010101" pitchFamily="2" charset="-122"/>
                        </a:rPr>
                        <a:t>1</a:t>
                      </a:r>
                    </a:p>
                  </a:txBody>
                  <a:tcPr marL="91449" marR="91449" marT="45536" marB="45536" horzOverflow="overflow">
                    <a:lnL>
                      <a:noFill/>
                    </a:lnL>
                    <a:lnR>
                      <a:noFill/>
                    </a:lnR>
                    <a:lnT cap="flat">
                      <a:noFill/>
                    </a:lnT>
                    <a:lnB cap="flat">
                      <a:noFill/>
                    </a:lnB>
                    <a:lnTlToBr>
                      <a:noFill/>
                    </a:lnTlToBr>
                    <a:lnBlToTr>
                      <a:noFill/>
                    </a:lnBlToTr>
                    <a:noFill/>
                  </a:tcPr>
                </a:tc>
                <a:tc>
                  <a:txBody>
                    <a:bodyPr/>
                    <a:lstStyle>
                      <a:lvl1pPr marL="187325">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marL="377825">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marL="114300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marL="156210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marL="198120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marL="24384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marL="28956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marL="33528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marL="38100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187325"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chemeClr val="accent6">
                              <a:lumMod val="20000"/>
                              <a:lumOff val="80000"/>
                            </a:schemeClr>
                          </a:solidFill>
                          <a:effectLst/>
                          <a:latin typeface="宋体" panose="02010600030101010101" pitchFamily="2" charset="-122"/>
                          <a:ea typeface="宋体" panose="02010600030101010101" pitchFamily="2" charset="-122"/>
                        </a:rPr>
                        <a:t>1</a:t>
                      </a:r>
                    </a:p>
                  </a:txBody>
                  <a:tcPr marL="91449" marR="91449" marT="45536" marB="45536" horzOverflow="overflow">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8" name="Group 214"/>
          <p:cNvGraphicFramePr>
            <a:graphicFrameLocks noGrp="1"/>
          </p:cNvGraphicFramePr>
          <p:nvPr/>
        </p:nvGraphicFramePr>
        <p:xfrm>
          <a:off x="6886454" y="5561737"/>
          <a:ext cx="3960812" cy="365392"/>
        </p:xfrm>
        <a:graphic>
          <a:graphicData uri="http://schemas.openxmlformats.org/drawingml/2006/table">
            <a:tbl>
              <a:tblPr/>
              <a:tblGrid>
                <a:gridCol w="1125898">
                  <a:extLst>
                    <a:ext uri="{9D8B030D-6E8A-4147-A177-3AD203B41FA5}">
                      <a16:colId xmlns:a16="http://schemas.microsoft.com/office/drawing/2014/main" val="20000"/>
                    </a:ext>
                  </a:extLst>
                </a:gridCol>
                <a:gridCol w="1468163">
                  <a:extLst>
                    <a:ext uri="{9D8B030D-6E8A-4147-A177-3AD203B41FA5}">
                      <a16:colId xmlns:a16="http://schemas.microsoft.com/office/drawing/2014/main" val="20001"/>
                    </a:ext>
                  </a:extLst>
                </a:gridCol>
                <a:gridCol w="1366751">
                  <a:extLst>
                    <a:ext uri="{9D8B030D-6E8A-4147-A177-3AD203B41FA5}">
                      <a16:colId xmlns:a16="http://schemas.microsoft.com/office/drawing/2014/main" val="20002"/>
                    </a:ext>
                  </a:extLst>
                </a:gridCol>
              </a:tblGrid>
              <a:tr h="365125">
                <a:tc>
                  <a:txBody>
                    <a:bodyPr/>
                    <a:lstStyle>
                      <a:lvl1pPr marL="187325">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marL="377825">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marL="114300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marL="156210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marL="198120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marL="24384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marL="28956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marL="33528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marL="38100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187325"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C000"/>
                          </a:solidFill>
                          <a:effectLst/>
                          <a:latin typeface="宋体" panose="02010600030101010101" pitchFamily="2" charset="-122"/>
                          <a:ea typeface="宋体" panose="02010600030101010101" pitchFamily="2" charset="-122"/>
                        </a:rPr>
                        <a:t>0</a:t>
                      </a:r>
                    </a:p>
                  </a:txBody>
                  <a:tcPr marL="91449" marR="91449" marT="45536" marB="45536" horzOverflow="overflow">
                    <a:lnL cap="flat">
                      <a:noFill/>
                    </a:lnL>
                    <a:lnR>
                      <a:noFill/>
                    </a:lnR>
                    <a:lnT cap="flat">
                      <a:noFill/>
                    </a:lnT>
                    <a:lnB cap="flat">
                      <a:noFill/>
                    </a:lnB>
                    <a:lnTlToBr>
                      <a:noFill/>
                    </a:lnTlToBr>
                    <a:lnBlToTr>
                      <a:noFill/>
                    </a:lnBlToTr>
                    <a:noFill/>
                  </a:tcPr>
                </a:tc>
                <a:tc>
                  <a:txBody>
                    <a:bodyPr/>
                    <a:lstStyle>
                      <a:lvl1pPr marL="187325">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marL="377825">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marL="114300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marL="156210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marL="198120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marL="24384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marL="28956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marL="33528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marL="38100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187325"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FF00"/>
                          </a:solidFill>
                          <a:effectLst/>
                          <a:latin typeface="宋体" panose="02010600030101010101" pitchFamily="2" charset="-122"/>
                          <a:ea typeface="宋体" panose="02010600030101010101" pitchFamily="2" charset="-122"/>
                        </a:rPr>
                        <a:t>0</a:t>
                      </a:r>
                    </a:p>
                  </a:txBody>
                  <a:tcPr marL="91449" marR="91449" marT="45536" marB="45536" horzOverflow="overflow">
                    <a:lnL>
                      <a:noFill/>
                    </a:lnL>
                    <a:lnR>
                      <a:noFill/>
                    </a:lnR>
                    <a:lnT cap="flat">
                      <a:noFill/>
                    </a:lnT>
                    <a:lnB cap="flat">
                      <a:noFill/>
                    </a:lnB>
                    <a:lnTlToBr>
                      <a:noFill/>
                    </a:lnTlToBr>
                    <a:lnBlToTr>
                      <a:noFill/>
                    </a:lnBlToTr>
                    <a:noFill/>
                  </a:tcPr>
                </a:tc>
                <a:tc>
                  <a:txBody>
                    <a:bodyPr/>
                    <a:lstStyle>
                      <a:lvl1pPr marL="187325">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marL="377825">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marL="114300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marL="156210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marL="198120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marL="24384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marL="28956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marL="33528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marL="38100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187325"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chemeClr val="accent6">
                              <a:lumMod val="20000"/>
                              <a:lumOff val="80000"/>
                            </a:schemeClr>
                          </a:solidFill>
                          <a:effectLst/>
                          <a:latin typeface="宋体" panose="02010600030101010101" pitchFamily="2" charset="-122"/>
                          <a:ea typeface="宋体" panose="02010600030101010101" pitchFamily="2" charset="-122"/>
                        </a:rPr>
                        <a:t>0</a:t>
                      </a:r>
                    </a:p>
                  </a:txBody>
                  <a:tcPr marL="91449" marR="91449" marT="45536" marB="45536" horzOverflow="overflow">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9" name="Group 222"/>
          <p:cNvGraphicFramePr>
            <a:graphicFrameLocks noGrp="1"/>
          </p:cNvGraphicFramePr>
          <p:nvPr/>
        </p:nvGraphicFramePr>
        <p:xfrm>
          <a:off x="6886454" y="5928450"/>
          <a:ext cx="3960812" cy="366712"/>
        </p:xfrm>
        <a:graphic>
          <a:graphicData uri="http://schemas.openxmlformats.org/drawingml/2006/table">
            <a:tbl>
              <a:tblPr/>
              <a:tblGrid>
                <a:gridCol w="1125899">
                  <a:extLst>
                    <a:ext uri="{9D8B030D-6E8A-4147-A177-3AD203B41FA5}">
                      <a16:colId xmlns:a16="http://schemas.microsoft.com/office/drawing/2014/main" val="20000"/>
                    </a:ext>
                  </a:extLst>
                </a:gridCol>
                <a:gridCol w="1468163">
                  <a:extLst>
                    <a:ext uri="{9D8B030D-6E8A-4147-A177-3AD203B41FA5}">
                      <a16:colId xmlns:a16="http://schemas.microsoft.com/office/drawing/2014/main" val="20001"/>
                    </a:ext>
                  </a:extLst>
                </a:gridCol>
                <a:gridCol w="1366750">
                  <a:extLst>
                    <a:ext uri="{9D8B030D-6E8A-4147-A177-3AD203B41FA5}">
                      <a16:colId xmlns:a16="http://schemas.microsoft.com/office/drawing/2014/main" val="20002"/>
                    </a:ext>
                  </a:extLst>
                </a:gridCol>
              </a:tblGrid>
              <a:tr h="366712">
                <a:tc>
                  <a:txBody>
                    <a:bodyPr/>
                    <a:lstStyle>
                      <a:lvl1pPr marL="187325">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marL="377825">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marL="114300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marL="156210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marL="198120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marL="24384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marL="28956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marL="33528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marL="38100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187325"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C000"/>
                          </a:solidFill>
                          <a:effectLst/>
                          <a:latin typeface="宋体" panose="02010600030101010101" pitchFamily="2" charset="-122"/>
                          <a:ea typeface="宋体" panose="02010600030101010101" pitchFamily="2" charset="-122"/>
                        </a:rPr>
                        <a:t>1</a:t>
                      </a:r>
                    </a:p>
                  </a:txBody>
                  <a:tcPr marL="91449" marR="91449" marT="45734" marB="45734" horzOverflow="overflow">
                    <a:lnL cap="flat">
                      <a:noFill/>
                    </a:lnL>
                    <a:lnR>
                      <a:noFill/>
                    </a:lnR>
                    <a:lnT cap="flat">
                      <a:noFill/>
                    </a:lnT>
                    <a:lnB cap="flat">
                      <a:noFill/>
                    </a:lnB>
                    <a:lnTlToBr>
                      <a:noFill/>
                    </a:lnTlToBr>
                    <a:lnBlToTr>
                      <a:noFill/>
                    </a:lnBlToTr>
                    <a:noFill/>
                  </a:tcPr>
                </a:tc>
                <a:tc>
                  <a:txBody>
                    <a:bodyPr/>
                    <a:lstStyle>
                      <a:lvl1pPr marL="187325">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marL="377825">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marL="114300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marL="156210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marL="198120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marL="24384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marL="28956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marL="33528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marL="38100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187325"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FF00"/>
                          </a:solidFill>
                          <a:effectLst/>
                          <a:latin typeface="宋体" panose="02010600030101010101" pitchFamily="2" charset="-122"/>
                          <a:ea typeface="宋体" panose="02010600030101010101" pitchFamily="2" charset="-122"/>
                        </a:rPr>
                        <a:t>1</a:t>
                      </a:r>
                    </a:p>
                  </a:txBody>
                  <a:tcPr marL="91449" marR="91449" marT="45734" marB="45734" horzOverflow="overflow">
                    <a:lnL>
                      <a:noFill/>
                    </a:lnL>
                    <a:lnR>
                      <a:noFill/>
                    </a:lnR>
                    <a:lnT cap="flat">
                      <a:noFill/>
                    </a:lnT>
                    <a:lnB cap="flat">
                      <a:noFill/>
                    </a:lnB>
                    <a:lnTlToBr>
                      <a:noFill/>
                    </a:lnTlToBr>
                    <a:lnBlToTr>
                      <a:noFill/>
                    </a:lnBlToTr>
                    <a:noFill/>
                  </a:tcPr>
                </a:tc>
                <a:tc>
                  <a:txBody>
                    <a:bodyPr/>
                    <a:lstStyle>
                      <a:lvl1pPr marL="187325">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marL="377825">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marL="114300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marL="156210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marL="198120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marL="24384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marL="28956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marL="33528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marL="38100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187325"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chemeClr val="accent6">
                              <a:lumMod val="20000"/>
                              <a:lumOff val="80000"/>
                            </a:schemeClr>
                          </a:solidFill>
                          <a:effectLst/>
                          <a:latin typeface="宋体" panose="02010600030101010101" pitchFamily="2" charset="-122"/>
                          <a:ea typeface="宋体" panose="02010600030101010101" pitchFamily="2" charset="-122"/>
                        </a:rPr>
                        <a:t>1</a:t>
                      </a:r>
                    </a:p>
                  </a:txBody>
                  <a:tcPr marL="91449" marR="91449" marT="45734" marB="45734" horzOverflow="overflow">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0" name="Rectangle 224"/>
          <p:cNvSpPr>
            <a:spLocks noChangeArrowheads="1"/>
          </p:cNvSpPr>
          <p:nvPr/>
        </p:nvSpPr>
        <p:spPr bwMode="auto">
          <a:xfrm>
            <a:off x="956566" y="3487142"/>
            <a:ext cx="3456384" cy="938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2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由真值表可见</a:t>
            </a:r>
            <a:r>
              <a:rPr lang="en-US" altLang="zh-CN" sz="22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p>
          <a:p>
            <a:pPr eaLnBrk="1" hangingPunct="1">
              <a:spcBef>
                <a:spcPct val="50000"/>
              </a:spcBef>
              <a:buFontTx/>
              <a:buNone/>
            </a:pPr>
            <a:r>
              <a:rPr lang="en-US" altLang="zh-CN" sz="22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2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p</a:t>
            </a:r>
            <a:r>
              <a:rPr lang="en-US" altLang="zh-CN" sz="22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2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2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21" name="Rectangle 226"/>
          <p:cNvSpPr txBox="1">
            <a:spLocks noChangeArrowheads="1"/>
          </p:cNvSpPr>
          <p:nvPr/>
        </p:nvSpPr>
        <p:spPr bwMode="auto">
          <a:xfrm>
            <a:off x="335360" y="1543846"/>
            <a:ext cx="5148262" cy="54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bg1"/>
                </a:solidFill>
                <a:latin typeface="+mj-lt"/>
                <a:ea typeface="+mj-ea"/>
                <a:cs typeface="+mj-cs"/>
              </a:defRPr>
            </a:lvl1pPr>
            <a:lvl2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9pPr>
          </a:lstStyle>
          <a:p>
            <a:pPr>
              <a:defRPr/>
            </a:pPr>
            <a:r>
              <a:rPr kumimoji="0" lang="zh-CN" altLang="en-US" sz="2400" b="0" kern="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例</a:t>
            </a:r>
            <a:r>
              <a:rPr kumimoji="0" lang="en-US" altLang="zh-CN" sz="2400" b="0" kern="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3.2.2 </a:t>
            </a:r>
            <a:r>
              <a:rPr kumimoji="0" lang="zh-CN" altLang="en-US" sz="2400" b="0" kern="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判断下列两组公式是否等值：</a:t>
            </a:r>
          </a:p>
        </p:txBody>
      </p:sp>
      <p:sp>
        <p:nvSpPr>
          <p:cNvPr id="22" name="Text Box 4"/>
          <p:cNvSpPr txBox="1">
            <a:spLocks noChangeArrowheads="1"/>
          </p:cNvSpPr>
          <p:nvPr/>
        </p:nvSpPr>
        <p:spPr bwMode="auto">
          <a:xfrm>
            <a:off x="335360" y="2821007"/>
            <a:ext cx="634682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eaLnBrk="1" hangingPunct="1">
              <a:spcBef>
                <a:spcPct val="25000"/>
              </a:spcBef>
              <a:buFontTx/>
              <a:buNone/>
            </a:pPr>
            <a:r>
              <a:rPr lang="en-US" altLang="zh-CN" sz="24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解：</a:t>
            </a:r>
            <a:r>
              <a:rPr lang="zh-CN" altLang="en-US"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所给的</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4</a:t>
            </a:r>
            <a:r>
              <a:rPr lang="zh-CN" altLang="en-US"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个公式的真值表如下：</a:t>
            </a:r>
          </a:p>
        </p:txBody>
      </p:sp>
      <p:sp>
        <p:nvSpPr>
          <p:cNvPr id="2" name="Rectangle 3"/>
          <p:cNvSpPr>
            <a:spLocks noChangeArrowheads="1"/>
          </p:cNvSpPr>
          <p:nvPr/>
        </p:nvSpPr>
        <p:spPr bwMode="auto">
          <a:xfrm>
            <a:off x="5287964" y="404813"/>
            <a:ext cx="4891087" cy="646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3.2.1 </a:t>
            </a:r>
            <a:r>
              <a:rPr lang="zh-CN" altLang="en-US"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等值的概念</a:t>
            </a:r>
          </a:p>
        </p:txBody>
      </p:sp>
      <p:sp>
        <p:nvSpPr>
          <p:cNvPr id="3" name="Text Box 66"/>
          <p:cNvSpPr txBox="1">
            <a:spLocks noChangeArrowheads="1"/>
          </p:cNvSpPr>
          <p:nvPr/>
        </p:nvSpPr>
        <p:spPr bwMode="auto">
          <a:xfrm>
            <a:off x="983432" y="4592046"/>
            <a:ext cx="411628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2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(2) (</a:t>
            </a:r>
            <a:r>
              <a:rPr lang="en-US" altLang="zh-CN" sz="22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2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p∧q</a:t>
            </a:r>
            <a:r>
              <a:rPr lang="en-US" altLang="zh-CN" sz="22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r>
              <a:rPr lang="zh-CN" altLang="en-US" sz="22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不成立。</a:t>
            </a:r>
            <a:endParaRPr lang="en-US" altLang="zh-CN" sz="22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500"/>
                                        <p:tgtEl>
                                          <p:spTgt spid="21"/>
                                        </p:tgtEl>
                                      </p:cBhvr>
                                    </p:animEffect>
                                  </p:childTnLst>
                                </p:cTn>
                              </p:par>
                            </p:childTnLst>
                          </p:cTn>
                        </p:par>
                        <p:par>
                          <p:cTn id="8" fill="hold">
                            <p:stCondLst>
                              <p:cond delay="500"/>
                            </p:stCondLst>
                            <p:childTnLst>
                              <p:par>
                                <p:cTn id="9" presetID="27" presetClass="entr" presetSubtype="0" fill="hold" grpId="0" nodeType="afterEffect">
                                  <p:stCondLst>
                                    <p:cond delay="0"/>
                                  </p:stCondLst>
                                  <p:iterate type="lt">
                                    <p:tmPct val="50000"/>
                                  </p:iterate>
                                  <p:childTnLst>
                                    <p:set>
                                      <p:cBhvr>
                                        <p:cTn id="10" dur="1" fill="hold">
                                          <p:stCondLst>
                                            <p:cond delay="0"/>
                                          </p:stCondLst>
                                        </p:cTn>
                                        <p:tgtEl>
                                          <p:spTgt spid="7">
                                            <p:txEl>
                                              <p:pRg st="0" end="0"/>
                                            </p:txEl>
                                          </p:spTgt>
                                        </p:tgtEl>
                                        <p:attrNameLst>
                                          <p:attrName>style.visibility</p:attrName>
                                        </p:attrNameLst>
                                      </p:cBhvr>
                                      <p:to>
                                        <p:strVal val="visible"/>
                                      </p:to>
                                    </p:set>
                                    <p:anim calcmode="discrete" valueType="clr">
                                      <p:cBhvr override="childStyle">
                                        <p:cTn id="11" dur="80"/>
                                        <p:tgtEl>
                                          <p:spTgt spid="7">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2" dur="80"/>
                                        <p:tgtEl>
                                          <p:spTgt spid="7">
                                            <p:txEl>
                                              <p:pRg st="0" end="0"/>
                                            </p:txEl>
                                          </p:spTgt>
                                        </p:tgtEl>
                                        <p:attrNameLst>
                                          <p:attrName>fillcolor</p:attrName>
                                        </p:attrNameLst>
                                      </p:cBhvr>
                                      <p:tavLst>
                                        <p:tav tm="0">
                                          <p:val>
                                            <p:clrVal>
                                              <a:schemeClr val="accent2"/>
                                            </p:clrVal>
                                          </p:val>
                                        </p:tav>
                                        <p:tav tm="50000">
                                          <p:val>
                                            <p:clrVal>
                                              <a:schemeClr val="hlink"/>
                                            </p:clrVal>
                                          </p:val>
                                        </p:tav>
                                      </p:tavLst>
                                    </p:anim>
                                    <p:set>
                                      <p:cBhvr>
                                        <p:cTn id="13" dur="80"/>
                                        <p:tgtEl>
                                          <p:spTgt spid="7">
                                            <p:txEl>
                                              <p:pRg st="0" end="0"/>
                                            </p:txEl>
                                          </p:spTgt>
                                        </p:tgtEl>
                                        <p:attrNameLst>
                                          <p:attrName>fill.type</p:attrName>
                                        </p:attrNameLst>
                                      </p:cBhvr>
                                      <p:to>
                                        <p:strVal val="solid"/>
                                      </p:to>
                                    </p:set>
                                  </p:childTnLst>
                                </p:cTn>
                              </p:par>
                            </p:childTnLst>
                          </p:cTn>
                        </p:par>
                      </p:childTnLst>
                    </p:cTn>
                  </p:par>
                  <p:par>
                    <p:cTn id="14" fill="hold">
                      <p:stCondLst>
                        <p:cond delay="indefinite"/>
                      </p:stCondLst>
                      <p:childTnLst>
                        <p:par>
                          <p:cTn id="15" fill="hold">
                            <p:stCondLst>
                              <p:cond delay="0"/>
                            </p:stCondLst>
                            <p:childTnLst>
                              <p:par>
                                <p:cTn id="16" presetID="27" presetClass="entr" presetSubtype="0" fill="hold" grpId="0" nodeType="clickEffect">
                                  <p:stCondLst>
                                    <p:cond delay="0"/>
                                  </p:stCondLst>
                                  <p:iterate type="lt">
                                    <p:tmPct val="50000"/>
                                  </p:iterate>
                                  <p:childTnLst>
                                    <p:set>
                                      <p:cBhvr>
                                        <p:cTn id="17" dur="1" fill="hold">
                                          <p:stCondLst>
                                            <p:cond delay="0"/>
                                          </p:stCondLst>
                                        </p:cTn>
                                        <p:tgtEl>
                                          <p:spTgt spid="22">
                                            <p:txEl>
                                              <p:pRg st="0" end="0"/>
                                            </p:txEl>
                                          </p:spTgt>
                                        </p:tgtEl>
                                        <p:attrNameLst>
                                          <p:attrName>style.visibility</p:attrName>
                                        </p:attrNameLst>
                                      </p:cBhvr>
                                      <p:to>
                                        <p:strVal val="visible"/>
                                      </p:to>
                                    </p:set>
                                    <p:anim calcmode="discrete" valueType="clr">
                                      <p:cBhvr override="childStyle">
                                        <p:cTn id="18" dur="80"/>
                                        <p:tgtEl>
                                          <p:spTgt spid="22">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9" dur="80"/>
                                        <p:tgtEl>
                                          <p:spTgt spid="22">
                                            <p:txEl>
                                              <p:pRg st="0" end="0"/>
                                            </p:txEl>
                                          </p:spTgt>
                                        </p:tgtEl>
                                        <p:attrNameLst>
                                          <p:attrName>fillcolor</p:attrName>
                                        </p:attrNameLst>
                                      </p:cBhvr>
                                      <p:tavLst>
                                        <p:tav tm="0">
                                          <p:val>
                                            <p:clrVal>
                                              <a:schemeClr val="accent2"/>
                                            </p:clrVal>
                                          </p:val>
                                        </p:tav>
                                        <p:tav tm="50000">
                                          <p:val>
                                            <p:clrVal>
                                              <a:schemeClr val="hlink"/>
                                            </p:clrVal>
                                          </p:val>
                                        </p:tav>
                                      </p:tavLst>
                                    </p:anim>
                                    <p:set>
                                      <p:cBhvr>
                                        <p:cTn id="20" dur="80"/>
                                        <p:tgtEl>
                                          <p:spTgt spid="22">
                                            <p:txEl>
                                              <p:pRg st="0" end="0"/>
                                            </p:txEl>
                                          </p:spTgt>
                                        </p:tgtEl>
                                        <p:attrNameLst>
                                          <p:attrName>fill.type</p:attrName>
                                        </p:attrNameLst>
                                      </p:cBhvr>
                                      <p:to>
                                        <p:strVal val="solid"/>
                                      </p:to>
                                    </p:set>
                                  </p:childTnLst>
                                </p:cTn>
                              </p:par>
                            </p:childTnLst>
                          </p:cTn>
                        </p:par>
                        <p:par>
                          <p:cTn id="21" fill="hold">
                            <p:stCondLst>
                              <p:cond delay="719"/>
                            </p:stCondLst>
                            <p:childTnLst>
                              <p:par>
                                <p:cTn id="22" presetID="16" presetClass="entr" presetSubtype="21" fill="hold" nodeType="after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barn(inVertical)">
                                      <p:cBhvr>
                                        <p:cTn id="24" dur="500"/>
                                        <p:tgtEl>
                                          <p:spTgt spid="8"/>
                                        </p:tgtEl>
                                      </p:cBhvr>
                                    </p:animEffect>
                                  </p:childTnLst>
                                </p:cTn>
                              </p:par>
                            </p:childTnLst>
                          </p:cTn>
                        </p:par>
                        <p:par>
                          <p:cTn id="25" fill="hold">
                            <p:stCondLst>
                              <p:cond delay="1219"/>
                            </p:stCondLst>
                            <p:childTnLst>
                              <p:par>
                                <p:cTn id="26" presetID="9" presetClass="entr" presetSubtype="0" fill="hold"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dissolve">
                                      <p:cBhvr>
                                        <p:cTn id="28" dur="500"/>
                                        <p:tgtEl>
                                          <p:spTgt spid="12"/>
                                        </p:tgtEl>
                                      </p:cBhvr>
                                    </p:animEffect>
                                  </p:childTnLst>
                                </p:cTn>
                              </p:par>
                            </p:childTnLst>
                          </p:cTn>
                        </p:par>
                        <p:par>
                          <p:cTn id="29" fill="hold">
                            <p:stCondLst>
                              <p:cond delay="1719"/>
                            </p:stCondLst>
                            <p:childTnLst>
                              <p:par>
                                <p:cTn id="30" presetID="9" presetClass="entr" presetSubtype="0" fill="hold" nodeType="after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dissolve">
                                      <p:cBhvr>
                                        <p:cTn id="32" dur="500"/>
                                        <p:tgtEl>
                                          <p:spTgt spid="13"/>
                                        </p:tgtEl>
                                      </p:cBhvr>
                                    </p:animEffect>
                                  </p:childTnLst>
                                </p:cTn>
                              </p:par>
                            </p:childTnLst>
                          </p:cTn>
                        </p:par>
                        <p:par>
                          <p:cTn id="33" fill="hold">
                            <p:stCondLst>
                              <p:cond delay="2219"/>
                            </p:stCondLst>
                            <p:childTnLst>
                              <p:par>
                                <p:cTn id="34" presetID="9" presetClass="entr" presetSubtype="0" fill="hold" nodeType="after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dissolve">
                                      <p:cBhvr>
                                        <p:cTn id="36" dur="500"/>
                                        <p:tgtEl>
                                          <p:spTgt spid="14"/>
                                        </p:tgtEl>
                                      </p:cBhvr>
                                    </p:animEffect>
                                  </p:childTnLst>
                                </p:cTn>
                              </p:par>
                            </p:childTnLst>
                          </p:cTn>
                        </p:par>
                        <p:par>
                          <p:cTn id="37" fill="hold">
                            <p:stCondLst>
                              <p:cond delay="2719"/>
                            </p:stCondLst>
                            <p:childTnLst>
                              <p:par>
                                <p:cTn id="38" presetID="9" presetClass="entr" presetSubtype="0" fill="hold"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dissolve">
                                      <p:cBhvr>
                                        <p:cTn id="40" dur="500"/>
                                        <p:tgtEl>
                                          <p:spTgt spid="15"/>
                                        </p:tgtEl>
                                      </p:cBhvr>
                                    </p:animEffect>
                                  </p:childTnLst>
                                </p:cTn>
                              </p:par>
                            </p:childTnLst>
                          </p:cTn>
                        </p:par>
                        <p:par>
                          <p:cTn id="41" fill="hold">
                            <p:stCondLst>
                              <p:cond delay="3219"/>
                            </p:stCondLst>
                            <p:childTnLst>
                              <p:par>
                                <p:cTn id="42" presetID="9" presetClass="entr" presetSubtype="0" fill="hold" nodeType="after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dissolve">
                                      <p:cBhvr>
                                        <p:cTn id="44" dur="500"/>
                                        <p:tgtEl>
                                          <p:spTgt spid="16"/>
                                        </p:tgtEl>
                                      </p:cBhvr>
                                    </p:animEffect>
                                  </p:childTnLst>
                                </p:cTn>
                              </p:par>
                            </p:childTnLst>
                          </p:cTn>
                        </p:par>
                        <p:par>
                          <p:cTn id="45" fill="hold">
                            <p:stCondLst>
                              <p:cond delay="3719"/>
                            </p:stCondLst>
                            <p:childTnLst>
                              <p:par>
                                <p:cTn id="46" presetID="9" presetClass="entr" presetSubtype="0" fill="hold" nodeType="after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dissolve">
                                      <p:cBhvr>
                                        <p:cTn id="48" dur="500"/>
                                        <p:tgtEl>
                                          <p:spTgt spid="17"/>
                                        </p:tgtEl>
                                      </p:cBhvr>
                                    </p:animEffect>
                                  </p:childTnLst>
                                </p:cTn>
                              </p:par>
                            </p:childTnLst>
                          </p:cTn>
                        </p:par>
                        <p:par>
                          <p:cTn id="49" fill="hold">
                            <p:stCondLst>
                              <p:cond delay="4219"/>
                            </p:stCondLst>
                            <p:childTnLst>
                              <p:par>
                                <p:cTn id="50" presetID="9" presetClass="entr" presetSubtype="0" fill="hold" nodeType="after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dissolve">
                                      <p:cBhvr>
                                        <p:cTn id="52" dur="500"/>
                                        <p:tgtEl>
                                          <p:spTgt spid="18"/>
                                        </p:tgtEl>
                                      </p:cBhvr>
                                    </p:animEffect>
                                  </p:childTnLst>
                                </p:cTn>
                              </p:par>
                            </p:childTnLst>
                          </p:cTn>
                        </p:par>
                        <p:par>
                          <p:cTn id="53" fill="hold">
                            <p:stCondLst>
                              <p:cond delay="4719"/>
                            </p:stCondLst>
                            <p:childTnLst>
                              <p:par>
                                <p:cTn id="54" presetID="9" presetClass="entr" presetSubtype="0" fill="hold" nodeType="after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dissolve">
                                      <p:cBhvr>
                                        <p:cTn id="56" dur="500"/>
                                        <p:tgtEl>
                                          <p:spTgt spid="19"/>
                                        </p:tgtEl>
                                      </p:cBhvr>
                                    </p:animEffect>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nodeType="clickEffect">
                                  <p:stCondLst>
                                    <p:cond delay="0"/>
                                  </p:stCondLst>
                                  <p:childTnLst>
                                    <p:set>
                                      <p:cBhvr>
                                        <p:cTn id="60" dur="1" fill="hold">
                                          <p:stCondLst>
                                            <p:cond delay="0"/>
                                          </p:stCondLst>
                                        </p:cTn>
                                        <p:tgtEl>
                                          <p:spTgt spid="20">
                                            <p:txEl>
                                              <p:pRg st="0" end="0"/>
                                            </p:txEl>
                                          </p:spTgt>
                                        </p:tgtEl>
                                        <p:attrNameLst>
                                          <p:attrName>style.visibility</p:attrName>
                                        </p:attrNameLst>
                                      </p:cBhvr>
                                      <p:to>
                                        <p:strVal val="visible"/>
                                      </p:to>
                                    </p:set>
                                    <p:animEffect transition="in" filter="fade">
                                      <p:cBhvr>
                                        <p:cTn id="61" dur="1000"/>
                                        <p:tgtEl>
                                          <p:spTgt spid="20">
                                            <p:txEl>
                                              <p:pRg st="0" end="0"/>
                                            </p:txEl>
                                          </p:spTgt>
                                        </p:tgtEl>
                                      </p:cBhvr>
                                    </p:animEffect>
                                    <p:anim calcmode="lin" valueType="num">
                                      <p:cBhvr>
                                        <p:cTn id="62" dur="1000" fill="hold"/>
                                        <p:tgtEl>
                                          <p:spTgt spid="20">
                                            <p:txEl>
                                              <p:pRg st="0" end="0"/>
                                            </p:txEl>
                                          </p:spTgt>
                                        </p:tgtEl>
                                        <p:attrNameLst>
                                          <p:attrName>ppt_x</p:attrName>
                                        </p:attrNameLst>
                                      </p:cBhvr>
                                      <p:tavLst>
                                        <p:tav tm="0">
                                          <p:val>
                                            <p:strVal val="#ppt_x"/>
                                          </p:val>
                                        </p:tav>
                                        <p:tav tm="100000">
                                          <p:val>
                                            <p:strVal val="#ppt_x"/>
                                          </p:val>
                                        </p:tav>
                                      </p:tavLst>
                                    </p:anim>
                                    <p:anim calcmode="lin" valueType="num">
                                      <p:cBhvr>
                                        <p:cTn id="63" dur="1000" fill="hold"/>
                                        <p:tgtEl>
                                          <p:spTgt spid="20">
                                            <p:txEl>
                                              <p:pRg st="0" end="0"/>
                                            </p:txEl>
                                          </p:spTgt>
                                        </p:tgtEl>
                                        <p:attrNameLst>
                                          <p:attrName>ppt_y</p:attrName>
                                        </p:attrNameLst>
                                      </p:cBhvr>
                                      <p:tavLst>
                                        <p:tav tm="0">
                                          <p:val>
                                            <p:strVal val="#ppt_y+.1"/>
                                          </p:val>
                                        </p:tav>
                                        <p:tav tm="100000">
                                          <p:val>
                                            <p:strVal val="#ppt_y"/>
                                          </p:val>
                                        </p:tav>
                                      </p:tavLst>
                                    </p:anim>
                                  </p:childTnLst>
                                </p:cTn>
                              </p:par>
                              <p:par>
                                <p:cTn id="64" presetID="42" presetClass="entr" presetSubtype="0" fill="hold" nodeType="withEffect">
                                  <p:stCondLst>
                                    <p:cond delay="0"/>
                                  </p:stCondLst>
                                  <p:childTnLst>
                                    <p:set>
                                      <p:cBhvr>
                                        <p:cTn id="65" dur="1" fill="hold">
                                          <p:stCondLst>
                                            <p:cond delay="0"/>
                                          </p:stCondLst>
                                        </p:cTn>
                                        <p:tgtEl>
                                          <p:spTgt spid="20">
                                            <p:txEl>
                                              <p:pRg st="1" end="1"/>
                                            </p:txEl>
                                          </p:spTgt>
                                        </p:tgtEl>
                                        <p:attrNameLst>
                                          <p:attrName>style.visibility</p:attrName>
                                        </p:attrNameLst>
                                      </p:cBhvr>
                                      <p:to>
                                        <p:strVal val="visible"/>
                                      </p:to>
                                    </p:set>
                                    <p:animEffect transition="in" filter="fade">
                                      <p:cBhvr>
                                        <p:cTn id="66" dur="1000"/>
                                        <p:tgtEl>
                                          <p:spTgt spid="20">
                                            <p:txEl>
                                              <p:pRg st="1" end="1"/>
                                            </p:txEl>
                                          </p:spTgt>
                                        </p:tgtEl>
                                      </p:cBhvr>
                                    </p:animEffect>
                                    <p:anim calcmode="lin" valueType="num">
                                      <p:cBhvr>
                                        <p:cTn id="67" dur="1000" fill="hold"/>
                                        <p:tgtEl>
                                          <p:spTgt spid="20">
                                            <p:txEl>
                                              <p:pRg st="1" end="1"/>
                                            </p:txEl>
                                          </p:spTgt>
                                        </p:tgtEl>
                                        <p:attrNameLst>
                                          <p:attrName>ppt_x</p:attrName>
                                        </p:attrNameLst>
                                      </p:cBhvr>
                                      <p:tavLst>
                                        <p:tav tm="0">
                                          <p:val>
                                            <p:strVal val="#ppt_x"/>
                                          </p:val>
                                        </p:tav>
                                        <p:tav tm="100000">
                                          <p:val>
                                            <p:strVal val="#ppt_x"/>
                                          </p:val>
                                        </p:tav>
                                      </p:tavLst>
                                    </p:anim>
                                    <p:anim calcmode="lin" valueType="num">
                                      <p:cBhvr>
                                        <p:cTn id="68" dur="1000" fill="hold"/>
                                        <p:tgtEl>
                                          <p:spTgt spid="2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42" presetClass="entr" presetSubtype="0" fill="hold" grpId="0" nodeType="clickEffect">
                                  <p:stCondLst>
                                    <p:cond delay="0"/>
                                  </p:stCondLst>
                                  <p:childTnLst>
                                    <p:set>
                                      <p:cBhvr>
                                        <p:cTn id="72" dur="1" fill="hold">
                                          <p:stCondLst>
                                            <p:cond delay="0"/>
                                          </p:stCondLst>
                                        </p:cTn>
                                        <p:tgtEl>
                                          <p:spTgt spid="3"/>
                                        </p:tgtEl>
                                        <p:attrNameLst>
                                          <p:attrName>style.visibility</p:attrName>
                                        </p:attrNameLst>
                                      </p:cBhvr>
                                      <p:to>
                                        <p:strVal val="visible"/>
                                      </p:to>
                                    </p:set>
                                    <p:animEffect transition="in" filter="fade">
                                      <p:cBhvr>
                                        <p:cTn id="73" dur="1000"/>
                                        <p:tgtEl>
                                          <p:spTgt spid="3"/>
                                        </p:tgtEl>
                                      </p:cBhvr>
                                    </p:animEffect>
                                    <p:anim calcmode="lin" valueType="num">
                                      <p:cBhvr>
                                        <p:cTn id="74" dur="1000" fill="hold"/>
                                        <p:tgtEl>
                                          <p:spTgt spid="3"/>
                                        </p:tgtEl>
                                        <p:attrNameLst>
                                          <p:attrName>ppt_x</p:attrName>
                                        </p:attrNameLst>
                                      </p:cBhvr>
                                      <p:tavLst>
                                        <p:tav tm="0">
                                          <p:val>
                                            <p:strVal val="#ppt_x"/>
                                          </p:val>
                                        </p:tav>
                                        <p:tav tm="100000">
                                          <p:val>
                                            <p:strVal val="#ppt_x"/>
                                          </p:val>
                                        </p:tav>
                                      </p:tavLst>
                                    </p:anim>
                                    <p:anim calcmode="lin" valueType="num">
                                      <p:cBhvr>
                                        <p:cTn id="75"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utoUpdateAnimBg="0"/>
      <p:bldP spid="21" grpId="0"/>
      <p:bldP spid="22" grpId="0" build="p" autoUpdateAnimBg="0"/>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4"/>
          <p:cNvSpPr txBox="1">
            <a:spLocks noChangeArrowheads="1"/>
          </p:cNvSpPr>
          <p:nvPr/>
        </p:nvSpPr>
        <p:spPr bwMode="auto">
          <a:xfrm>
            <a:off x="2339975" y="1673173"/>
            <a:ext cx="346799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0" bIns="0">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eaLnBrk="1" hangingPunct="1">
              <a:spcBef>
                <a:spcPct val="25000"/>
              </a:spcBef>
              <a:buFontTx/>
              <a:buNone/>
            </a:pP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a:effectLst>
                  <a:outerShdw blurRad="38100" dist="38100" dir="2700000" algn="tl">
                    <a:srgbClr val="000000">
                      <a:alpha val="43137"/>
                    </a:srgbClr>
                  </a:outerShdw>
                </a:effectLst>
                <a:latin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rPr>
              <a:t>p</a:t>
            </a:r>
            <a:r>
              <a:rPr lang="en-US" altLang="zh-CN" sz="2000" dirty="0" err="1">
                <a:effectLst>
                  <a:outerShdw blurRad="38100" dist="38100" dir="2700000" algn="tl">
                    <a:srgbClr val="000000">
                      <a:alpha val="43137"/>
                    </a:srgbClr>
                  </a:outerShdw>
                </a:effectLst>
                <a:latin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rPr>
              <a:t>q</a:t>
            </a:r>
            <a:r>
              <a:rPr lang="en-US" altLang="zh-CN" sz="2000" dirty="0">
                <a:effectLst>
                  <a:outerShdw blurRad="38100" dist="38100" dir="2700000" algn="tl">
                    <a:srgbClr val="000000">
                      <a:alpha val="43137"/>
                    </a:srgbClr>
                  </a:outerShdw>
                </a:effectLst>
                <a:latin typeface="Times New Roman" panose="02020603050405020304" pitchFamily="18" charset="0"/>
              </a:rPr>
              <a:t>)∨</a:t>
            </a:r>
            <a:r>
              <a:rPr lang="en-US" altLang="zh-CN" sz="2000" i="1" dirty="0">
                <a:effectLst>
                  <a:outerShdw blurRad="38100" dist="38100" dir="2700000" algn="tl">
                    <a:srgbClr val="000000">
                      <a:alpha val="43137"/>
                    </a:srgbClr>
                  </a:outerShdw>
                </a:effectLst>
                <a:latin typeface="Times New Roman" panose="02020603050405020304" pitchFamily="18" charset="0"/>
              </a:rPr>
              <a:t>r</a:t>
            </a:r>
            <a:r>
              <a:rPr lang="en-US" altLang="zh-CN" sz="2000" dirty="0">
                <a:effectLst>
                  <a:outerShdw blurRad="38100" dist="38100" dir="2700000" algn="tl">
                    <a:srgbClr val="000000">
                      <a:alpha val="43137"/>
                    </a:srgbClr>
                  </a:outerShdw>
                </a:effectLst>
                <a:latin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rPr>
              <a:t>p</a:t>
            </a:r>
            <a:r>
              <a:rPr lang="en-US" altLang="zh-CN" sz="2000" dirty="0" err="1">
                <a:effectLst>
                  <a:outerShdw blurRad="38100" dist="38100" dir="2700000" algn="tl">
                    <a:srgbClr val="000000">
                      <a:alpha val="43137"/>
                    </a:srgbClr>
                  </a:outerShdw>
                </a:effectLst>
                <a:latin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rPr>
              <a:t>r</a:t>
            </a:r>
            <a:r>
              <a:rPr lang="en-US" altLang="zh-CN" sz="2000" dirty="0">
                <a:effectLst>
                  <a:outerShdw blurRad="38100" dist="38100" dir="2700000" algn="tl">
                    <a:srgbClr val="000000">
                      <a:alpha val="43137"/>
                    </a:srgbClr>
                  </a:outerShdw>
                </a:effectLst>
                <a:latin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rPr>
              <a:t>q</a:t>
            </a:r>
            <a:r>
              <a:rPr lang="en-US" altLang="zh-CN" sz="2000" dirty="0" err="1">
                <a:effectLst>
                  <a:outerShdw blurRad="38100" dist="38100" dir="2700000" algn="tl">
                    <a:srgbClr val="000000">
                      <a:alpha val="43137"/>
                    </a:srgbClr>
                  </a:outerShdw>
                </a:effectLst>
                <a:latin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rPr>
              <a:t>r</a:t>
            </a:r>
            <a:r>
              <a:rPr lang="en-US" altLang="zh-CN" sz="2000" dirty="0">
                <a:effectLst>
                  <a:outerShdw blurRad="38100" dist="38100" dir="2700000" algn="tl">
                    <a:srgbClr val="000000">
                      <a:alpha val="43137"/>
                    </a:srgbClr>
                  </a:outerShdw>
                </a:effectLst>
                <a:latin typeface="Times New Roman" panose="02020603050405020304" pitchFamily="18" charset="0"/>
              </a:rPr>
              <a:t>)</a:t>
            </a:r>
            <a:endParaRPr lang="zh-CN" altLang="en-US"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8" name="Group 72"/>
          <p:cNvGraphicFramePr>
            <a:graphicFrameLocks noGrp="1"/>
          </p:cNvGraphicFramePr>
          <p:nvPr/>
        </p:nvGraphicFramePr>
        <p:xfrm>
          <a:off x="1127448" y="2852936"/>
          <a:ext cx="7776863" cy="3291678"/>
        </p:xfrm>
        <a:graphic>
          <a:graphicData uri="http://schemas.openxmlformats.org/drawingml/2006/table">
            <a:tbl>
              <a:tblPr/>
              <a:tblGrid>
                <a:gridCol w="1080120">
                  <a:extLst>
                    <a:ext uri="{9D8B030D-6E8A-4147-A177-3AD203B41FA5}">
                      <a16:colId xmlns:a16="http://schemas.microsoft.com/office/drawing/2014/main" val="20000"/>
                    </a:ext>
                  </a:extLst>
                </a:gridCol>
                <a:gridCol w="1080120">
                  <a:extLst>
                    <a:ext uri="{9D8B030D-6E8A-4147-A177-3AD203B41FA5}">
                      <a16:colId xmlns:a16="http://schemas.microsoft.com/office/drawing/2014/main" val="20001"/>
                    </a:ext>
                  </a:extLst>
                </a:gridCol>
                <a:gridCol w="1440160">
                  <a:extLst>
                    <a:ext uri="{9D8B030D-6E8A-4147-A177-3AD203B41FA5}">
                      <a16:colId xmlns:a16="http://schemas.microsoft.com/office/drawing/2014/main" val="20002"/>
                    </a:ext>
                  </a:extLst>
                </a:gridCol>
                <a:gridCol w="1441741">
                  <a:extLst>
                    <a:ext uri="{9D8B030D-6E8A-4147-A177-3AD203B41FA5}">
                      <a16:colId xmlns:a16="http://schemas.microsoft.com/office/drawing/2014/main" val="20003"/>
                    </a:ext>
                  </a:extLst>
                </a:gridCol>
                <a:gridCol w="1110980">
                  <a:extLst>
                    <a:ext uri="{9D8B030D-6E8A-4147-A177-3AD203B41FA5}">
                      <a16:colId xmlns:a16="http://schemas.microsoft.com/office/drawing/2014/main" val="20004"/>
                    </a:ext>
                  </a:extLst>
                </a:gridCol>
                <a:gridCol w="1623742">
                  <a:extLst>
                    <a:ext uri="{9D8B030D-6E8A-4147-A177-3AD203B41FA5}">
                      <a16:colId xmlns:a16="http://schemas.microsoft.com/office/drawing/2014/main" val="20005"/>
                    </a:ext>
                  </a:extLst>
                </a:gridCol>
              </a:tblGrid>
              <a:tr h="0">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0" i="1" kern="12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 </a:t>
                      </a:r>
                      <a:r>
                        <a:rPr kumimoji="1" lang="en-US" altLang="zh-CN" sz="1800" b="1"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rPr>
                        <a:t> </a:t>
                      </a:r>
                      <a:r>
                        <a:rPr kumimoji="1" lang="en-US" altLang="zh-CN" sz="1800" b="0" i="1" kern="12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  r</a:t>
                      </a:r>
                    </a:p>
                  </a:txBody>
                  <a:tcPr marL="91443" marR="91443" marT="45711" marB="45711" horzOverflow="overflow">
                    <a:lnL cap="flat">
                      <a:noFill/>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1" u="none" strike="noStrike" cap="none" normalizeH="0" baseline="0" dirty="0" err="1">
                          <a:ln>
                            <a:noFill/>
                          </a:ln>
                          <a:solidFill>
                            <a:srgbClr val="FFC000"/>
                          </a:solidFill>
                          <a:effectLst/>
                          <a:latin typeface="Times New Roman" panose="02020603050405020304" pitchFamily="18" charset="0"/>
                          <a:ea typeface="宋体" panose="02010600030101010101" pitchFamily="2" charset="-122"/>
                          <a:cs typeface="Times New Roman" panose="02020603050405020304" pitchFamily="18" charset="0"/>
                        </a:rPr>
                        <a:t>p</a:t>
                      </a:r>
                      <a:r>
                        <a:rPr lang="en-US" altLang="zh-CN" sz="1800" dirty="0" err="1">
                          <a:solidFill>
                            <a:srgbClr val="FFC000"/>
                          </a:solidFill>
                          <a:effectLst>
                            <a:outerShdw blurRad="38100" dist="38100" dir="2700000" algn="tl">
                              <a:srgbClr val="000000">
                                <a:alpha val="43137"/>
                              </a:srgbClr>
                            </a:outerShdw>
                          </a:effectLst>
                          <a:latin typeface="Times New Roman" panose="02020603050405020304" pitchFamily="18" charset="0"/>
                        </a:rPr>
                        <a:t>∧</a:t>
                      </a:r>
                      <a:r>
                        <a:rPr kumimoji="1" lang="en-US" altLang="zh-CN" sz="1800" b="1" i="1" u="none" strike="noStrike" kern="1200" cap="none" normalizeH="0" baseline="0" dirty="0" err="1">
                          <a:ln>
                            <a:noFill/>
                          </a:ln>
                          <a:solidFill>
                            <a:srgbClr val="FFC000"/>
                          </a:solidFill>
                          <a:effectLst/>
                          <a:latin typeface="Times New Roman" panose="02020603050405020304" pitchFamily="18" charset="0"/>
                          <a:ea typeface="宋体" panose="02010600030101010101" pitchFamily="2" charset="-122"/>
                          <a:cs typeface="Times New Roman" panose="02020603050405020304" pitchFamily="18" charset="0"/>
                        </a:rPr>
                        <a:t>q</a:t>
                      </a:r>
                      <a:endParaRPr kumimoji="1" lang="en-US" altLang="zh-CN" sz="1800" b="1" i="0" u="none" strike="noStrike" cap="none" normalizeH="0" baseline="0" dirty="0">
                        <a:ln>
                          <a:noFill/>
                        </a:ln>
                        <a:solidFill>
                          <a:srgbClr val="FFC000"/>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1800" b="1" i="0" u="none" strike="noStrike" cap="none" normalizeH="0" baseline="0" dirty="0">
                          <a:ln>
                            <a:noFill/>
                          </a:ln>
                          <a:solidFill>
                            <a:srgbClr val="FFFF00"/>
                          </a:solidFill>
                          <a:effectLst/>
                          <a:latin typeface="宋体" panose="02010600030101010101" pitchFamily="2" charset="-122"/>
                          <a:ea typeface="宋体" panose="02010600030101010101" pitchFamily="2" charset="-122"/>
                        </a:rPr>
                        <a:t>(</a:t>
                      </a:r>
                      <a:r>
                        <a:rPr kumimoji="1" lang="en-US" altLang="zh-CN" sz="1800" b="1" i="1" u="none" strike="noStrike" kern="1200" cap="none" normalizeH="0" baseline="0" dirty="0" err="1">
                          <a:ln>
                            <a:noFill/>
                          </a:ln>
                          <a:solidFill>
                            <a:srgbClr val="FFFF00"/>
                          </a:solidFill>
                          <a:effectLst/>
                          <a:latin typeface="Times New Roman" panose="02020603050405020304" pitchFamily="18" charset="0"/>
                          <a:ea typeface="宋体" panose="02010600030101010101" pitchFamily="2" charset="-122"/>
                          <a:cs typeface="Times New Roman" panose="02020603050405020304" pitchFamily="18" charset="0"/>
                        </a:rPr>
                        <a:t>p</a:t>
                      </a:r>
                      <a:r>
                        <a:rPr kumimoji="1" lang="en-US" altLang="zh-CN" sz="1800" b="1" i="0" u="none" strike="noStrike" cap="none" normalizeH="0" baseline="0" dirty="0" err="1">
                          <a:ln>
                            <a:noFill/>
                          </a:ln>
                          <a:solidFill>
                            <a:srgbClr val="FFFF00"/>
                          </a:solidFill>
                          <a:effectLst/>
                          <a:latin typeface="宋体" panose="02010600030101010101" pitchFamily="2" charset="-122"/>
                          <a:ea typeface="宋体" panose="02010600030101010101" pitchFamily="2" charset="-122"/>
                        </a:rPr>
                        <a:t>∧</a:t>
                      </a:r>
                      <a:r>
                        <a:rPr kumimoji="1" lang="en-US" altLang="zh-CN" sz="1800" b="1" i="1" u="none" strike="noStrike" kern="1200" cap="none" normalizeH="0" baseline="0" dirty="0" err="1">
                          <a:ln>
                            <a:noFill/>
                          </a:ln>
                          <a:solidFill>
                            <a:srgbClr val="FFFF00"/>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1800" b="1" i="0" u="none" strike="noStrike" cap="none" normalizeH="0" baseline="0" dirty="0">
                          <a:ln>
                            <a:noFill/>
                          </a:ln>
                          <a:solidFill>
                            <a:srgbClr val="FFFF00"/>
                          </a:solidFill>
                          <a:effectLst/>
                          <a:latin typeface="宋体" panose="02010600030101010101" pitchFamily="2" charset="-122"/>
                          <a:ea typeface="宋体" panose="02010600030101010101" pitchFamily="2" charset="-122"/>
                        </a:rPr>
                        <a:t>)</a:t>
                      </a:r>
                      <a:r>
                        <a:rPr lang="en-US" altLang="zh-CN" sz="1800" dirty="0">
                          <a:solidFill>
                            <a:srgbClr val="FFFF00"/>
                          </a:solidFill>
                          <a:effectLst>
                            <a:outerShdw blurRad="38100" dist="38100" dir="2700000" algn="tl">
                              <a:srgbClr val="000000">
                                <a:alpha val="43137"/>
                              </a:srgbClr>
                            </a:outerShdw>
                          </a:effectLst>
                          <a:latin typeface="Times New Roman" panose="02020603050405020304" pitchFamily="18" charset="0"/>
                        </a:rPr>
                        <a:t>∨</a:t>
                      </a:r>
                      <a:r>
                        <a:rPr kumimoji="1" lang="en-US" altLang="zh-CN" sz="1800" b="1" i="1" u="none" strike="noStrike" kern="1200" cap="none" normalizeH="0" baseline="0" dirty="0">
                          <a:ln>
                            <a:noFill/>
                          </a:ln>
                          <a:solidFill>
                            <a:srgbClr val="FFFF00"/>
                          </a:solidFill>
                          <a:effectLst/>
                          <a:latin typeface="Times New Roman" panose="02020603050405020304" pitchFamily="18" charset="0"/>
                          <a:ea typeface="宋体" panose="02010600030101010101" pitchFamily="2" charset="-122"/>
                          <a:cs typeface="Times New Roman" panose="02020603050405020304" pitchFamily="18" charset="0"/>
                        </a:rPr>
                        <a:t>r</a:t>
                      </a:r>
                    </a:p>
                  </a:txBody>
                  <a:tcPr marL="91443" marR="91443" marT="45711" marB="4571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lang="en-US" altLang="zh-CN" sz="1800" i="1" dirty="0" err="1">
                          <a:solidFill>
                            <a:srgbClr val="92D050"/>
                          </a:solidFill>
                          <a:effectLst>
                            <a:outerShdw blurRad="38100" dist="38100" dir="2700000" algn="tl">
                              <a:srgbClr val="000000">
                                <a:alpha val="43137"/>
                              </a:srgbClr>
                            </a:outerShdw>
                          </a:effectLst>
                          <a:latin typeface="Times New Roman" panose="02020603050405020304" pitchFamily="18" charset="0"/>
                        </a:rPr>
                        <a:t>p</a:t>
                      </a:r>
                      <a:r>
                        <a:rPr lang="en-US" altLang="zh-CN" sz="1800" dirty="0" err="1">
                          <a:solidFill>
                            <a:srgbClr val="92D050"/>
                          </a:solidFill>
                          <a:effectLst>
                            <a:outerShdw blurRad="38100" dist="38100" dir="2700000" algn="tl">
                              <a:srgbClr val="000000">
                                <a:alpha val="43137"/>
                              </a:srgbClr>
                            </a:outerShdw>
                          </a:effectLst>
                          <a:latin typeface="Times New Roman" panose="02020603050405020304" pitchFamily="18" charset="0"/>
                        </a:rPr>
                        <a:t>∨</a:t>
                      </a:r>
                      <a:r>
                        <a:rPr lang="en-US" altLang="zh-CN" sz="1800" i="1" dirty="0" err="1">
                          <a:solidFill>
                            <a:srgbClr val="92D050"/>
                          </a:solidFill>
                          <a:effectLst>
                            <a:outerShdw blurRad="38100" dist="38100" dir="2700000" algn="tl">
                              <a:srgbClr val="000000">
                                <a:alpha val="43137"/>
                              </a:srgbClr>
                            </a:outerShdw>
                          </a:effectLst>
                          <a:latin typeface="Times New Roman" panose="02020603050405020304" pitchFamily="18" charset="0"/>
                        </a:rPr>
                        <a:t>r</a:t>
                      </a:r>
                      <a:endParaRPr kumimoji="1" lang="en-US" altLang="zh-CN" sz="1800" b="1" i="1" u="none" strike="noStrike" kern="1200" cap="none" normalizeH="0" baseline="0" dirty="0">
                        <a:ln>
                          <a:noFill/>
                        </a:ln>
                        <a:solidFill>
                          <a:srgbClr val="92D05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43" marR="91443" marT="45711" marB="4571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lang="en-US" altLang="zh-CN" sz="1800" i="1" dirty="0" err="1">
                          <a:solidFill>
                            <a:schemeClr val="accent1"/>
                          </a:solidFill>
                          <a:effectLst>
                            <a:outerShdw blurRad="38100" dist="38100" dir="2700000" algn="tl">
                              <a:srgbClr val="000000">
                                <a:alpha val="43137"/>
                              </a:srgbClr>
                            </a:outerShdw>
                          </a:effectLst>
                          <a:latin typeface="Times New Roman" panose="02020603050405020304" pitchFamily="18" charset="0"/>
                        </a:rPr>
                        <a:t>q</a:t>
                      </a:r>
                      <a:r>
                        <a:rPr lang="en-US" altLang="zh-CN" sz="1800" dirty="0" err="1">
                          <a:solidFill>
                            <a:schemeClr val="accent1"/>
                          </a:solidFill>
                          <a:effectLst>
                            <a:outerShdw blurRad="38100" dist="38100" dir="2700000" algn="tl">
                              <a:srgbClr val="000000">
                                <a:alpha val="43137"/>
                              </a:srgbClr>
                            </a:outerShdw>
                          </a:effectLst>
                          <a:latin typeface="Times New Roman" panose="02020603050405020304" pitchFamily="18" charset="0"/>
                        </a:rPr>
                        <a:t>∨</a:t>
                      </a:r>
                      <a:r>
                        <a:rPr lang="en-US" altLang="zh-CN" sz="1800" i="1" dirty="0" err="1">
                          <a:solidFill>
                            <a:schemeClr val="accent1"/>
                          </a:solidFill>
                          <a:effectLst>
                            <a:outerShdw blurRad="38100" dist="38100" dir="2700000" algn="tl">
                              <a:srgbClr val="000000">
                                <a:alpha val="43137"/>
                              </a:srgbClr>
                            </a:outerShdw>
                          </a:effectLst>
                          <a:latin typeface="Times New Roman" panose="02020603050405020304" pitchFamily="18" charset="0"/>
                        </a:rPr>
                        <a:t>r</a:t>
                      </a:r>
                      <a:endParaRPr kumimoji="1" lang="en-US" altLang="zh-CN" sz="1800" b="1" i="1" u="none" strike="noStrike" kern="1200" cap="none" normalizeH="0" baseline="0" dirty="0">
                        <a:ln>
                          <a:noFill/>
                        </a:ln>
                        <a:solidFill>
                          <a:schemeClr val="accent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43" marR="91443" marT="45711" marB="4571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lang="en-US" altLang="zh-CN" sz="1800" dirty="0">
                          <a:solidFill>
                            <a:srgbClr val="FFCCFF"/>
                          </a:solidFill>
                          <a:effectLst>
                            <a:outerShdw blurRad="38100" dist="38100" dir="2700000" algn="tl">
                              <a:srgbClr val="000000">
                                <a:alpha val="43137"/>
                              </a:srgbClr>
                            </a:outerShdw>
                          </a:effectLst>
                          <a:latin typeface="Times New Roman" panose="02020603050405020304" pitchFamily="18" charset="0"/>
                        </a:rPr>
                        <a:t>(</a:t>
                      </a:r>
                      <a:r>
                        <a:rPr lang="en-US" altLang="zh-CN" sz="1800" i="1" dirty="0" err="1">
                          <a:solidFill>
                            <a:srgbClr val="FFCCFF"/>
                          </a:solidFill>
                          <a:effectLst>
                            <a:outerShdw blurRad="38100" dist="38100" dir="2700000" algn="tl">
                              <a:srgbClr val="000000">
                                <a:alpha val="43137"/>
                              </a:srgbClr>
                            </a:outerShdw>
                          </a:effectLst>
                          <a:latin typeface="Times New Roman" panose="02020603050405020304" pitchFamily="18" charset="0"/>
                        </a:rPr>
                        <a:t>p</a:t>
                      </a:r>
                      <a:r>
                        <a:rPr lang="en-US" altLang="zh-CN" sz="1800" dirty="0" err="1">
                          <a:solidFill>
                            <a:srgbClr val="FFCCFF"/>
                          </a:solidFill>
                          <a:effectLst>
                            <a:outerShdw blurRad="38100" dist="38100" dir="2700000" algn="tl">
                              <a:srgbClr val="000000">
                                <a:alpha val="43137"/>
                              </a:srgbClr>
                            </a:outerShdw>
                          </a:effectLst>
                          <a:latin typeface="Times New Roman" panose="02020603050405020304" pitchFamily="18" charset="0"/>
                        </a:rPr>
                        <a:t>∨</a:t>
                      </a:r>
                      <a:r>
                        <a:rPr lang="en-US" altLang="zh-CN" sz="1800" i="1" dirty="0" err="1">
                          <a:solidFill>
                            <a:srgbClr val="FFCCFF"/>
                          </a:solidFill>
                          <a:effectLst>
                            <a:outerShdw blurRad="38100" dist="38100" dir="2700000" algn="tl">
                              <a:srgbClr val="000000">
                                <a:alpha val="43137"/>
                              </a:srgbClr>
                            </a:outerShdw>
                          </a:effectLst>
                          <a:latin typeface="Times New Roman" panose="02020603050405020304" pitchFamily="18" charset="0"/>
                        </a:rPr>
                        <a:t>r</a:t>
                      </a:r>
                      <a:r>
                        <a:rPr lang="en-US" altLang="zh-CN" sz="1800" dirty="0">
                          <a:solidFill>
                            <a:srgbClr val="FFCCFF"/>
                          </a:solidFill>
                          <a:effectLst>
                            <a:outerShdw blurRad="38100" dist="38100" dir="2700000" algn="tl">
                              <a:srgbClr val="000000">
                                <a:alpha val="43137"/>
                              </a:srgbClr>
                            </a:outerShdw>
                          </a:effectLst>
                          <a:latin typeface="Times New Roman" panose="02020603050405020304" pitchFamily="18" charset="0"/>
                        </a:rPr>
                        <a:t>)∧(</a:t>
                      </a:r>
                      <a:r>
                        <a:rPr lang="en-US" altLang="zh-CN" sz="1800" i="1" dirty="0" err="1">
                          <a:solidFill>
                            <a:srgbClr val="FFCCFF"/>
                          </a:solidFill>
                          <a:effectLst>
                            <a:outerShdw blurRad="38100" dist="38100" dir="2700000" algn="tl">
                              <a:srgbClr val="000000">
                                <a:alpha val="43137"/>
                              </a:srgbClr>
                            </a:outerShdw>
                          </a:effectLst>
                          <a:latin typeface="Times New Roman" panose="02020603050405020304" pitchFamily="18" charset="0"/>
                        </a:rPr>
                        <a:t>q</a:t>
                      </a:r>
                      <a:r>
                        <a:rPr lang="en-US" altLang="zh-CN" sz="1800" dirty="0" err="1">
                          <a:solidFill>
                            <a:srgbClr val="FFCCFF"/>
                          </a:solidFill>
                          <a:effectLst>
                            <a:outerShdw blurRad="38100" dist="38100" dir="2700000" algn="tl">
                              <a:srgbClr val="000000">
                                <a:alpha val="43137"/>
                              </a:srgbClr>
                            </a:outerShdw>
                          </a:effectLst>
                          <a:latin typeface="Times New Roman" panose="02020603050405020304" pitchFamily="18" charset="0"/>
                        </a:rPr>
                        <a:t>∨</a:t>
                      </a:r>
                      <a:r>
                        <a:rPr lang="en-US" altLang="zh-CN" sz="1800" i="1" dirty="0" err="1">
                          <a:solidFill>
                            <a:srgbClr val="FFCCFF"/>
                          </a:solidFill>
                          <a:effectLst>
                            <a:outerShdw blurRad="38100" dist="38100" dir="2700000" algn="tl">
                              <a:srgbClr val="000000">
                                <a:alpha val="43137"/>
                              </a:srgbClr>
                            </a:outerShdw>
                          </a:effectLst>
                          <a:latin typeface="Times New Roman" panose="02020603050405020304" pitchFamily="18" charset="0"/>
                        </a:rPr>
                        <a:t>r</a:t>
                      </a:r>
                      <a:r>
                        <a:rPr lang="en-US" altLang="zh-CN" sz="1800" dirty="0">
                          <a:solidFill>
                            <a:srgbClr val="FFCCFF"/>
                          </a:solidFill>
                          <a:effectLst>
                            <a:outerShdw blurRad="38100" dist="38100" dir="2700000" algn="tl">
                              <a:srgbClr val="000000">
                                <a:alpha val="43137"/>
                              </a:srgbClr>
                            </a:outerShdw>
                          </a:effectLst>
                          <a:latin typeface="Times New Roman" panose="02020603050405020304" pitchFamily="18" charset="0"/>
                        </a:rPr>
                        <a:t>)</a:t>
                      </a:r>
                      <a:endParaRPr kumimoji="1" lang="en-US" altLang="zh-CN" sz="1800" b="1" i="1" u="none" strike="noStrike" kern="1200" cap="none" normalizeH="0" baseline="0" dirty="0">
                        <a:ln>
                          <a:noFill/>
                        </a:ln>
                        <a:solidFill>
                          <a:srgbClr val="FFCCFF"/>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43" marR="91443" marT="45711" marB="45711" horzOverflow="overflow">
                    <a:lnL w="12700" cap="flat" cmpd="sng" algn="ctr">
                      <a:solidFill>
                        <a:srgbClr val="FF7C80"/>
                      </a:solidFill>
                      <a:prstDash val="solid"/>
                      <a:round/>
                      <a:headEnd type="none" w="med" len="med"/>
                      <a:tailEnd type="none" w="med" len="med"/>
                    </a:lnL>
                    <a:lnR cap="flat">
                      <a:noFill/>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0">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chemeClr val="bg1"/>
                          </a:solidFill>
                          <a:effectLst/>
                          <a:latin typeface="宋体" panose="02010600030101010101" pitchFamily="2" charset="-122"/>
                          <a:ea typeface="宋体" panose="02010600030101010101" pitchFamily="2" charset="-122"/>
                        </a:rPr>
                        <a:t>0 0 0</a:t>
                      </a:r>
                    </a:p>
                  </a:txBody>
                  <a:tcPr marL="91443" marR="91443" marT="45711" marB="45711" horzOverflow="overflow">
                    <a:lnL cap="flat">
                      <a:noFill/>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C000"/>
                          </a:solidFill>
                          <a:effectLst/>
                          <a:latin typeface="宋体" panose="02010600030101010101" pitchFamily="2" charset="-122"/>
                          <a:ea typeface="宋体" panose="02010600030101010101" pitchFamily="2" charset="-122"/>
                        </a:rPr>
                        <a:t>0</a:t>
                      </a:r>
                      <a:endParaRPr kumimoji="1" lang="zh-CN" altLang="zh-CN" sz="1800" b="1" i="0" u="none" strike="noStrike" cap="none" normalizeH="0" baseline="0" dirty="0">
                        <a:ln>
                          <a:noFill/>
                        </a:ln>
                        <a:solidFill>
                          <a:srgbClr val="FFC000"/>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FF00"/>
                          </a:solidFill>
                          <a:effectLst/>
                          <a:latin typeface="宋体" panose="02010600030101010101" pitchFamily="2" charset="-122"/>
                          <a:ea typeface="宋体" panose="02010600030101010101" pitchFamily="2" charset="-122"/>
                        </a:rPr>
                        <a:t>0</a:t>
                      </a:r>
                      <a:endParaRPr kumimoji="1" lang="zh-CN" altLang="zh-CN" sz="1800" b="1" i="0" u="none" strike="noStrike" cap="none" normalizeH="0" baseline="0" dirty="0">
                        <a:ln>
                          <a:noFill/>
                        </a:ln>
                        <a:solidFill>
                          <a:srgbClr val="FFFF00"/>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92D050"/>
                          </a:solidFill>
                          <a:effectLst/>
                          <a:latin typeface="宋体" panose="02010600030101010101" pitchFamily="2" charset="-122"/>
                          <a:ea typeface="宋体" panose="02010600030101010101" pitchFamily="2" charset="-122"/>
                        </a:rPr>
                        <a:t>0</a:t>
                      </a:r>
                      <a:endParaRPr kumimoji="1" lang="zh-CN" altLang="zh-CN" sz="1800" b="1" i="0" u="none" strike="noStrike" cap="none" normalizeH="0" baseline="0" dirty="0">
                        <a:ln>
                          <a:noFill/>
                        </a:ln>
                        <a:solidFill>
                          <a:srgbClr val="92D050"/>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chemeClr val="accent1"/>
                          </a:solidFill>
                          <a:effectLst/>
                          <a:latin typeface="宋体" panose="02010600030101010101" pitchFamily="2" charset="-122"/>
                          <a:ea typeface="宋体" panose="02010600030101010101" pitchFamily="2" charset="-122"/>
                        </a:rPr>
                        <a:t>0</a:t>
                      </a:r>
                      <a:endParaRPr kumimoji="1" lang="zh-CN" altLang="zh-CN" sz="1800" b="1" i="0" u="none" strike="noStrike" cap="none" normalizeH="0" baseline="0" dirty="0">
                        <a:ln>
                          <a:noFill/>
                        </a:ln>
                        <a:solidFill>
                          <a:schemeClr val="accent1"/>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CCFF"/>
                          </a:solidFill>
                          <a:effectLst/>
                          <a:latin typeface="宋体" panose="02010600030101010101" pitchFamily="2" charset="-122"/>
                          <a:ea typeface="宋体" panose="02010600030101010101" pitchFamily="2" charset="-122"/>
                        </a:rPr>
                        <a:t>0</a:t>
                      </a:r>
                      <a:endParaRPr kumimoji="1" lang="zh-CN" altLang="zh-CN" sz="1800" b="1" i="0" u="none" strike="noStrike" cap="none" normalizeH="0" baseline="0" dirty="0">
                        <a:ln>
                          <a:noFill/>
                        </a:ln>
                        <a:solidFill>
                          <a:srgbClr val="FFCCFF"/>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cap="flat">
                      <a:noFill/>
                    </a:lnR>
                    <a:lnT w="12700" cap="flat" cmpd="sng" algn="ctr">
                      <a:solidFill>
                        <a:srgbClr val="FF7C8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0">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1800" b="1" i="0" u="none" strike="noStrike" cap="none" normalizeH="0" baseline="0" dirty="0">
                          <a:ln>
                            <a:noFill/>
                          </a:ln>
                          <a:solidFill>
                            <a:schemeClr val="bg1"/>
                          </a:solidFill>
                          <a:effectLst/>
                          <a:latin typeface="宋体" panose="02010600030101010101" pitchFamily="2" charset="-122"/>
                          <a:ea typeface="宋体" panose="02010600030101010101" pitchFamily="2" charset="-122"/>
                        </a:rPr>
                        <a:t>0 0 1</a:t>
                      </a:r>
                    </a:p>
                  </a:txBody>
                  <a:tcPr marL="91443" marR="91443" marT="45711" marB="45711" horzOverflow="overflow">
                    <a:lnL cap="flat">
                      <a:noFill/>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C000"/>
                          </a:solidFill>
                          <a:effectLst/>
                          <a:latin typeface="宋体" panose="02010600030101010101" pitchFamily="2" charset="-122"/>
                          <a:ea typeface="宋体" panose="02010600030101010101" pitchFamily="2" charset="-122"/>
                        </a:rPr>
                        <a:t>0</a:t>
                      </a:r>
                      <a:endParaRPr kumimoji="1" lang="zh-CN" altLang="zh-CN" sz="1800" b="1" i="0" u="none" strike="noStrike" cap="none" normalizeH="0" baseline="0" dirty="0">
                        <a:ln>
                          <a:noFill/>
                        </a:ln>
                        <a:solidFill>
                          <a:srgbClr val="FFC000"/>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FF00"/>
                          </a:solidFill>
                          <a:effectLst/>
                          <a:latin typeface="宋体" panose="02010600030101010101" pitchFamily="2" charset="-122"/>
                          <a:ea typeface="宋体" panose="02010600030101010101" pitchFamily="2" charset="-122"/>
                        </a:rPr>
                        <a:t>1</a:t>
                      </a:r>
                      <a:endParaRPr kumimoji="1" lang="zh-CN" altLang="zh-CN" sz="1800" b="1" i="0" u="none" strike="noStrike" cap="none" normalizeH="0" baseline="0" dirty="0">
                        <a:ln>
                          <a:noFill/>
                        </a:ln>
                        <a:solidFill>
                          <a:srgbClr val="FFFF00"/>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92D050"/>
                          </a:solidFill>
                          <a:effectLst/>
                          <a:latin typeface="宋体" panose="02010600030101010101" pitchFamily="2" charset="-122"/>
                          <a:ea typeface="宋体" panose="02010600030101010101" pitchFamily="2" charset="-122"/>
                        </a:rPr>
                        <a:t>1</a:t>
                      </a:r>
                      <a:endParaRPr kumimoji="1" lang="zh-CN" altLang="zh-CN" sz="1800" b="1" i="0" u="none" strike="noStrike" cap="none" normalizeH="0" baseline="0" dirty="0">
                        <a:ln>
                          <a:noFill/>
                        </a:ln>
                        <a:solidFill>
                          <a:srgbClr val="92D050"/>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chemeClr val="accent1"/>
                          </a:solidFill>
                          <a:effectLst/>
                          <a:latin typeface="宋体" panose="02010600030101010101" pitchFamily="2" charset="-122"/>
                          <a:ea typeface="宋体" panose="02010600030101010101" pitchFamily="2" charset="-122"/>
                        </a:rPr>
                        <a:t>1</a:t>
                      </a:r>
                      <a:endParaRPr kumimoji="1" lang="zh-CN" altLang="zh-CN" sz="1800" b="1" i="0" u="none" strike="noStrike" cap="none" normalizeH="0" baseline="0" dirty="0">
                        <a:ln>
                          <a:noFill/>
                        </a:ln>
                        <a:solidFill>
                          <a:schemeClr val="accent1"/>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CCFF"/>
                          </a:solidFill>
                          <a:effectLst/>
                          <a:latin typeface="宋体" panose="02010600030101010101" pitchFamily="2" charset="-122"/>
                          <a:ea typeface="宋体" panose="02010600030101010101" pitchFamily="2" charset="-122"/>
                        </a:rPr>
                        <a:t>1</a:t>
                      </a:r>
                      <a:endParaRPr kumimoji="1" lang="zh-CN" altLang="zh-CN" sz="1800" b="1" i="0" u="none" strike="noStrike" cap="none" normalizeH="0" baseline="0" dirty="0">
                        <a:ln>
                          <a:noFill/>
                        </a:ln>
                        <a:solidFill>
                          <a:srgbClr val="FFCCFF"/>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0">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1800" b="1" i="0" u="none" strike="noStrike" cap="none" normalizeH="0" baseline="0" dirty="0">
                          <a:ln>
                            <a:noFill/>
                          </a:ln>
                          <a:solidFill>
                            <a:schemeClr val="bg1"/>
                          </a:solidFill>
                          <a:effectLst/>
                          <a:latin typeface="宋体" panose="02010600030101010101" pitchFamily="2" charset="-122"/>
                          <a:ea typeface="宋体" panose="02010600030101010101" pitchFamily="2" charset="-122"/>
                        </a:rPr>
                        <a:t>0 1 0</a:t>
                      </a:r>
                    </a:p>
                  </a:txBody>
                  <a:tcPr marL="91443" marR="91443" marT="45711" marB="45711" horzOverflow="overflow">
                    <a:lnL cap="flat">
                      <a:noFill/>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C000"/>
                          </a:solidFill>
                          <a:effectLst/>
                          <a:latin typeface="宋体" panose="02010600030101010101" pitchFamily="2" charset="-122"/>
                          <a:ea typeface="宋体" panose="02010600030101010101" pitchFamily="2" charset="-122"/>
                        </a:rPr>
                        <a:t>0</a:t>
                      </a:r>
                      <a:endParaRPr kumimoji="1" lang="zh-CN" altLang="zh-CN" sz="1800" b="1" i="0" u="none" strike="noStrike" cap="none" normalizeH="0" baseline="0" dirty="0">
                        <a:ln>
                          <a:noFill/>
                        </a:ln>
                        <a:solidFill>
                          <a:srgbClr val="FFC000"/>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FF00"/>
                          </a:solidFill>
                          <a:effectLst/>
                          <a:latin typeface="宋体" panose="02010600030101010101" pitchFamily="2" charset="-122"/>
                          <a:ea typeface="宋体" panose="02010600030101010101" pitchFamily="2" charset="-122"/>
                        </a:rPr>
                        <a:t>0</a:t>
                      </a:r>
                      <a:endParaRPr kumimoji="1" lang="zh-CN" altLang="zh-CN" sz="1800" b="1" i="0" u="none" strike="noStrike" cap="none" normalizeH="0" baseline="0" dirty="0">
                        <a:ln>
                          <a:noFill/>
                        </a:ln>
                        <a:solidFill>
                          <a:srgbClr val="FFFF00"/>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92D050"/>
                          </a:solidFill>
                          <a:effectLst/>
                          <a:latin typeface="宋体" panose="02010600030101010101" pitchFamily="2" charset="-122"/>
                          <a:ea typeface="宋体" panose="02010600030101010101" pitchFamily="2" charset="-122"/>
                        </a:rPr>
                        <a:t>0</a:t>
                      </a:r>
                      <a:endParaRPr kumimoji="1" lang="zh-CN" altLang="zh-CN" sz="1800" b="1" i="0" u="none" strike="noStrike" cap="none" normalizeH="0" baseline="0" dirty="0">
                        <a:ln>
                          <a:noFill/>
                        </a:ln>
                        <a:solidFill>
                          <a:srgbClr val="92D050"/>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chemeClr val="accent1"/>
                          </a:solidFill>
                          <a:effectLst/>
                          <a:latin typeface="宋体" panose="02010600030101010101" pitchFamily="2" charset="-122"/>
                          <a:ea typeface="宋体" panose="02010600030101010101" pitchFamily="2" charset="-122"/>
                        </a:rPr>
                        <a:t>1</a:t>
                      </a:r>
                      <a:endParaRPr kumimoji="1" lang="zh-CN" altLang="zh-CN" sz="1800" b="1" i="0" u="none" strike="noStrike" cap="none" normalizeH="0" baseline="0" dirty="0">
                        <a:ln>
                          <a:noFill/>
                        </a:ln>
                        <a:solidFill>
                          <a:schemeClr val="accent1"/>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CCFF"/>
                          </a:solidFill>
                          <a:effectLst/>
                          <a:latin typeface="宋体" panose="02010600030101010101" pitchFamily="2" charset="-122"/>
                          <a:ea typeface="宋体" panose="02010600030101010101" pitchFamily="2" charset="-122"/>
                        </a:rPr>
                        <a:t>0</a:t>
                      </a:r>
                      <a:endParaRPr kumimoji="1" lang="zh-CN" altLang="zh-CN" sz="1800" b="1" i="0" u="none" strike="noStrike" cap="none" normalizeH="0" baseline="0" dirty="0">
                        <a:ln>
                          <a:noFill/>
                        </a:ln>
                        <a:solidFill>
                          <a:srgbClr val="FFCCFF"/>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0">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1800" b="1" i="0" u="none" strike="noStrike" cap="none" normalizeH="0" baseline="0" dirty="0">
                          <a:ln>
                            <a:noFill/>
                          </a:ln>
                          <a:solidFill>
                            <a:schemeClr val="bg1"/>
                          </a:solidFill>
                          <a:effectLst/>
                          <a:latin typeface="宋体" panose="02010600030101010101" pitchFamily="2" charset="-122"/>
                          <a:ea typeface="宋体" panose="02010600030101010101" pitchFamily="2" charset="-122"/>
                        </a:rPr>
                        <a:t>0 1 1</a:t>
                      </a:r>
                    </a:p>
                  </a:txBody>
                  <a:tcPr marL="91443" marR="91443" marT="45711" marB="45711" horzOverflow="overflow">
                    <a:lnL cap="flat">
                      <a:noFill/>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C000"/>
                          </a:solidFill>
                          <a:effectLst/>
                          <a:latin typeface="宋体" panose="02010600030101010101" pitchFamily="2" charset="-122"/>
                          <a:ea typeface="宋体" panose="02010600030101010101" pitchFamily="2" charset="-122"/>
                        </a:rPr>
                        <a:t>0</a:t>
                      </a:r>
                      <a:endParaRPr kumimoji="1" lang="zh-CN" altLang="zh-CN" sz="1800" b="1" i="0" u="none" strike="noStrike" cap="none" normalizeH="0" baseline="0" dirty="0">
                        <a:ln>
                          <a:noFill/>
                        </a:ln>
                        <a:solidFill>
                          <a:srgbClr val="FFC000"/>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FF00"/>
                          </a:solidFill>
                          <a:effectLst/>
                          <a:latin typeface="宋体" panose="02010600030101010101" pitchFamily="2" charset="-122"/>
                          <a:ea typeface="宋体" panose="02010600030101010101" pitchFamily="2" charset="-122"/>
                        </a:rPr>
                        <a:t>1</a:t>
                      </a:r>
                      <a:endParaRPr kumimoji="1" lang="zh-CN" altLang="zh-CN" sz="1800" b="1" i="0" u="none" strike="noStrike" cap="none" normalizeH="0" baseline="0" dirty="0">
                        <a:ln>
                          <a:noFill/>
                        </a:ln>
                        <a:solidFill>
                          <a:srgbClr val="FFFF00"/>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92D050"/>
                          </a:solidFill>
                          <a:effectLst/>
                          <a:latin typeface="宋体" panose="02010600030101010101" pitchFamily="2" charset="-122"/>
                          <a:ea typeface="宋体" panose="02010600030101010101" pitchFamily="2" charset="-122"/>
                        </a:rPr>
                        <a:t>1</a:t>
                      </a:r>
                      <a:endParaRPr kumimoji="1" lang="zh-CN" altLang="zh-CN" sz="1800" b="1" i="0" u="none" strike="noStrike" cap="none" normalizeH="0" baseline="0" dirty="0">
                        <a:ln>
                          <a:noFill/>
                        </a:ln>
                        <a:solidFill>
                          <a:srgbClr val="92D050"/>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chemeClr val="accent1"/>
                          </a:solidFill>
                          <a:effectLst/>
                          <a:latin typeface="宋体" panose="02010600030101010101" pitchFamily="2" charset="-122"/>
                          <a:ea typeface="宋体" panose="02010600030101010101" pitchFamily="2" charset="-122"/>
                        </a:rPr>
                        <a:t>1</a:t>
                      </a:r>
                      <a:endParaRPr kumimoji="1" lang="zh-CN" altLang="zh-CN" sz="1800" b="1" i="0" u="none" strike="noStrike" cap="none" normalizeH="0" baseline="0" dirty="0">
                        <a:ln>
                          <a:noFill/>
                        </a:ln>
                        <a:solidFill>
                          <a:schemeClr val="accent1"/>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CCFF"/>
                          </a:solidFill>
                          <a:effectLst/>
                          <a:latin typeface="宋体" panose="02010600030101010101" pitchFamily="2" charset="-122"/>
                          <a:ea typeface="宋体" panose="02010600030101010101" pitchFamily="2" charset="-122"/>
                        </a:rPr>
                        <a:t>1</a:t>
                      </a:r>
                      <a:endParaRPr kumimoji="1" lang="zh-CN" altLang="zh-CN" sz="1800" b="1" i="0" u="none" strike="noStrike" cap="none" normalizeH="0" baseline="0" dirty="0">
                        <a:ln>
                          <a:noFill/>
                        </a:ln>
                        <a:solidFill>
                          <a:srgbClr val="FFCCFF"/>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0">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1800" b="1" i="0" u="none" strike="noStrike" cap="none" normalizeH="0" baseline="0" dirty="0">
                          <a:ln>
                            <a:noFill/>
                          </a:ln>
                          <a:solidFill>
                            <a:schemeClr val="bg1"/>
                          </a:solidFill>
                          <a:effectLst/>
                          <a:latin typeface="宋体" panose="02010600030101010101" pitchFamily="2" charset="-122"/>
                          <a:ea typeface="宋体" panose="02010600030101010101" pitchFamily="2" charset="-122"/>
                        </a:rPr>
                        <a:t>1 0 0</a:t>
                      </a:r>
                    </a:p>
                  </a:txBody>
                  <a:tcPr marL="91443" marR="91443" marT="45711" marB="45711" horzOverflow="overflow">
                    <a:lnL cap="flat">
                      <a:noFill/>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C000"/>
                          </a:solidFill>
                          <a:effectLst/>
                          <a:latin typeface="宋体" panose="02010600030101010101" pitchFamily="2" charset="-122"/>
                          <a:ea typeface="宋体" panose="02010600030101010101" pitchFamily="2" charset="-122"/>
                        </a:rPr>
                        <a:t>0</a:t>
                      </a:r>
                      <a:endParaRPr kumimoji="1" lang="zh-CN" altLang="zh-CN" sz="1800" b="1" i="0" u="none" strike="noStrike" cap="none" normalizeH="0" baseline="0" dirty="0">
                        <a:ln>
                          <a:noFill/>
                        </a:ln>
                        <a:solidFill>
                          <a:srgbClr val="FFC000"/>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FF00"/>
                          </a:solidFill>
                          <a:effectLst/>
                          <a:latin typeface="宋体" panose="02010600030101010101" pitchFamily="2" charset="-122"/>
                          <a:ea typeface="宋体" panose="02010600030101010101" pitchFamily="2" charset="-122"/>
                        </a:rPr>
                        <a:t>0</a:t>
                      </a:r>
                      <a:endParaRPr kumimoji="1" lang="zh-CN" altLang="zh-CN" sz="1800" b="1" i="0" u="none" strike="noStrike" cap="none" normalizeH="0" baseline="0" dirty="0">
                        <a:ln>
                          <a:noFill/>
                        </a:ln>
                        <a:solidFill>
                          <a:srgbClr val="FFFF00"/>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92D050"/>
                          </a:solidFill>
                          <a:effectLst/>
                          <a:latin typeface="宋体" panose="02010600030101010101" pitchFamily="2" charset="-122"/>
                          <a:ea typeface="宋体" panose="02010600030101010101" pitchFamily="2" charset="-122"/>
                        </a:rPr>
                        <a:t>1</a:t>
                      </a:r>
                      <a:endParaRPr kumimoji="1" lang="zh-CN" altLang="zh-CN" sz="1800" b="1" i="0" u="none" strike="noStrike" cap="none" normalizeH="0" baseline="0" dirty="0">
                        <a:ln>
                          <a:noFill/>
                        </a:ln>
                        <a:solidFill>
                          <a:srgbClr val="92D050"/>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chemeClr val="accent1"/>
                          </a:solidFill>
                          <a:effectLst/>
                          <a:latin typeface="宋体" panose="02010600030101010101" pitchFamily="2" charset="-122"/>
                          <a:ea typeface="宋体" panose="02010600030101010101" pitchFamily="2" charset="-122"/>
                        </a:rPr>
                        <a:t>0</a:t>
                      </a:r>
                      <a:endParaRPr kumimoji="1" lang="zh-CN" altLang="zh-CN" sz="1800" b="1" i="0" u="none" strike="noStrike" cap="none" normalizeH="0" baseline="0" dirty="0">
                        <a:ln>
                          <a:noFill/>
                        </a:ln>
                        <a:solidFill>
                          <a:schemeClr val="accent1"/>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CCFF"/>
                          </a:solidFill>
                          <a:effectLst/>
                          <a:latin typeface="宋体" panose="02010600030101010101" pitchFamily="2" charset="-122"/>
                          <a:ea typeface="宋体" panose="02010600030101010101" pitchFamily="2" charset="-122"/>
                        </a:rPr>
                        <a:t>0</a:t>
                      </a:r>
                      <a:endParaRPr kumimoji="1" lang="zh-CN" altLang="zh-CN" sz="1800" b="1" i="0" u="none" strike="noStrike" cap="none" normalizeH="0" baseline="0" dirty="0">
                        <a:ln>
                          <a:noFill/>
                        </a:ln>
                        <a:solidFill>
                          <a:srgbClr val="FFCCFF"/>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0">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1800" b="1" i="0" u="none" strike="noStrike" cap="none" normalizeH="0" baseline="0" dirty="0">
                          <a:ln>
                            <a:noFill/>
                          </a:ln>
                          <a:solidFill>
                            <a:schemeClr val="bg1"/>
                          </a:solidFill>
                          <a:effectLst/>
                          <a:latin typeface="宋体" panose="02010600030101010101" pitchFamily="2" charset="-122"/>
                          <a:ea typeface="宋体" panose="02010600030101010101" pitchFamily="2" charset="-122"/>
                        </a:rPr>
                        <a:t>1 0 1</a:t>
                      </a:r>
                    </a:p>
                  </a:txBody>
                  <a:tcPr marL="91443" marR="91443" marT="45711" marB="45711" horzOverflow="overflow">
                    <a:lnL cap="flat">
                      <a:noFill/>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C000"/>
                          </a:solidFill>
                          <a:effectLst/>
                          <a:latin typeface="宋体" panose="02010600030101010101" pitchFamily="2" charset="-122"/>
                          <a:ea typeface="宋体" panose="02010600030101010101" pitchFamily="2" charset="-122"/>
                        </a:rPr>
                        <a:t>0</a:t>
                      </a:r>
                      <a:endParaRPr kumimoji="1" lang="zh-CN" altLang="zh-CN" sz="1800" b="1" i="0" u="none" strike="noStrike" cap="none" normalizeH="0" baseline="0" dirty="0">
                        <a:ln>
                          <a:noFill/>
                        </a:ln>
                        <a:solidFill>
                          <a:srgbClr val="FFC000"/>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FF00"/>
                          </a:solidFill>
                          <a:effectLst/>
                          <a:latin typeface="宋体" panose="02010600030101010101" pitchFamily="2" charset="-122"/>
                          <a:ea typeface="宋体" panose="02010600030101010101" pitchFamily="2" charset="-122"/>
                        </a:rPr>
                        <a:t>1</a:t>
                      </a:r>
                      <a:endParaRPr kumimoji="1" lang="zh-CN" altLang="zh-CN" sz="1800" b="1" i="0" u="none" strike="noStrike" cap="none" normalizeH="0" baseline="0" dirty="0">
                        <a:ln>
                          <a:noFill/>
                        </a:ln>
                        <a:solidFill>
                          <a:srgbClr val="FFFF00"/>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92D050"/>
                          </a:solidFill>
                          <a:effectLst/>
                          <a:latin typeface="宋体" panose="02010600030101010101" pitchFamily="2" charset="-122"/>
                          <a:ea typeface="宋体" panose="02010600030101010101" pitchFamily="2" charset="-122"/>
                        </a:rPr>
                        <a:t>1</a:t>
                      </a:r>
                      <a:endParaRPr kumimoji="1" lang="zh-CN" altLang="zh-CN" sz="1800" b="1" i="0" u="none" strike="noStrike" cap="none" normalizeH="0" baseline="0" dirty="0">
                        <a:ln>
                          <a:noFill/>
                        </a:ln>
                        <a:solidFill>
                          <a:srgbClr val="92D050"/>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chemeClr val="accent1"/>
                          </a:solidFill>
                          <a:effectLst/>
                          <a:latin typeface="宋体" panose="02010600030101010101" pitchFamily="2" charset="-122"/>
                          <a:ea typeface="宋体" panose="02010600030101010101" pitchFamily="2" charset="-122"/>
                        </a:rPr>
                        <a:t>1</a:t>
                      </a:r>
                      <a:endParaRPr kumimoji="1" lang="zh-CN" altLang="zh-CN" sz="1800" b="1" i="0" u="none" strike="noStrike" cap="none" normalizeH="0" baseline="0" dirty="0">
                        <a:ln>
                          <a:noFill/>
                        </a:ln>
                        <a:solidFill>
                          <a:schemeClr val="accent1"/>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CCFF"/>
                          </a:solidFill>
                          <a:effectLst/>
                          <a:latin typeface="宋体" panose="02010600030101010101" pitchFamily="2" charset="-122"/>
                          <a:ea typeface="宋体" panose="02010600030101010101" pitchFamily="2" charset="-122"/>
                        </a:rPr>
                        <a:t>1</a:t>
                      </a:r>
                      <a:endParaRPr kumimoji="1" lang="zh-CN" altLang="zh-CN" sz="1800" b="1" i="0" u="none" strike="noStrike" cap="none" normalizeH="0" baseline="0" dirty="0">
                        <a:ln>
                          <a:noFill/>
                        </a:ln>
                        <a:solidFill>
                          <a:srgbClr val="FFCCFF"/>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0">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1800" b="1" i="0" u="none" strike="noStrike" cap="none" normalizeH="0" baseline="0" dirty="0">
                          <a:ln>
                            <a:noFill/>
                          </a:ln>
                          <a:solidFill>
                            <a:schemeClr val="bg1"/>
                          </a:solidFill>
                          <a:effectLst/>
                          <a:latin typeface="宋体" panose="02010600030101010101" pitchFamily="2" charset="-122"/>
                          <a:ea typeface="宋体" panose="02010600030101010101" pitchFamily="2" charset="-122"/>
                        </a:rPr>
                        <a:t>1 1 0</a:t>
                      </a:r>
                    </a:p>
                  </a:txBody>
                  <a:tcPr marL="91443" marR="91443" marT="45711" marB="45711" horzOverflow="overflow">
                    <a:lnL cap="flat">
                      <a:noFill/>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C000"/>
                          </a:solidFill>
                          <a:effectLst/>
                          <a:latin typeface="宋体" panose="02010600030101010101" pitchFamily="2" charset="-122"/>
                          <a:ea typeface="宋体" panose="02010600030101010101" pitchFamily="2" charset="-122"/>
                        </a:rPr>
                        <a:t>1</a:t>
                      </a:r>
                      <a:endParaRPr kumimoji="1" lang="zh-CN" altLang="zh-CN" sz="1800" b="1" i="0" u="none" strike="noStrike" cap="none" normalizeH="0" baseline="0" dirty="0">
                        <a:ln>
                          <a:noFill/>
                        </a:ln>
                        <a:solidFill>
                          <a:srgbClr val="FFC000"/>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FF00"/>
                          </a:solidFill>
                          <a:effectLst/>
                          <a:latin typeface="宋体" panose="02010600030101010101" pitchFamily="2" charset="-122"/>
                          <a:ea typeface="宋体" panose="02010600030101010101" pitchFamily="2" charset="-122"/>
                        </a:rPr>
                        <a:t>1</a:t>
                      </a:r>
                      <a:endParaRPr kumimoji="1" lang="zh-CN" altLang="zh-CN" sz="1800" b="1" i="0" u="none" strike="noStrike" cap="none" normalizeH="0" baseline="0" dirty="0">
                        <a:ln>
                          <a:noFill/>
                        </a:ln>
                        <a:solidFill>
                          <a:srgbClr val="FFFF00"/>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92D050"/>
                          </a:solidFill>
                          <a:effectLst/>
                          <a:latin typeface="宋体" panose="02010600030101010101" pitchFamily="2" charset="-122"/>
                          <a:ea typeface="宋体" panose="02010600030101010101" pitchFamily="2" charset="-122"/>
                        </a:rPr>
                        <a:t>1</a:t>
                      </a:r>
                      <a:endParaRPr kumimoji="1" lang="zh-CN" altLang="zh-CN" sz="1800" b="1" i="0" u="none" strike="noStrike" cap="none" normalizeH="0" baseline="0" dirty="0">
                        <a:ln>
                          <a:noFill/>
                        </a:ln>
                        <a:solidFill>
                          <a:srgbClr val="92D050"/>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chemeClr val="accent1"/>
                          </a:solidFill>
                          <a:effectLst/>
                          <a:latin typeface="宋体" panose="02010600030101010101" pitchFamily="2" charset="-122"/>
                          <a:ea typeface="宋体" panose="02010600030101010101" pitchFamily="2" charset="-122"/>
                        </a:rPr>
                        <a:t>1</a:t>
                      </a:r>
                      <a:endParaRPr kumimoji="1" lang="zh-CN" altLang="zh-CN" sz="1800" b="1" i="0" u="none" strike="noStrike" cap="none" normalizeH="0" baseline="0" dirty="0">
                        <a:ln>
                          <a:noFill/>
                        </a:ln>
                        <a:solidFill>
                          <a:schemeClr val="accent1"/>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CCFF"/>
                          </a:solidFill>
                          <a:effectLst/>
                          <a:latin typeface="宋体" panose="02010600030101010101" pitchFamily="2" charset="-122"/>
                          <a:ea typeface="宋体" panose="02010600030101010101" pitchFamily="2" charset="-122"/>
                        </a:rPr>
                        <a:t>1</a:t>
                      </a:r>
                      <a:endParaRPr kumimoji="1" lang="zh-CN" altLang="zh-CN" sz="1800" b="1" i="0" u="none" strike="noStrike" cap="none" normalizeH="0" baseline="0" dirty="0">
                        <a:ln>
                          <a:noFill/>
                        </a:ln>
                        <a:solidFill>
                          <a:srgbClr val="FFCCFF"/>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7"/>
                  </a:ext>
                </a:extLst>
              </a:tr>
              <a:tr h="0">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1800" b="1" i="0" u="none" strike="noStrike" cap="none" normalizeH="0" baseline="0" dirty="0">
                          <a:ln>
                            <a:noFill/>
                          </a:ln>
                          <a:solidFill>
                            <a:schemeClr val="bg1"/>
                          </a:solidFill>
                          <a:effectLst/>
                          <a:latin typeface="宋体" panose="02010600030101010101" pitchFamily="2" charset="-122"/>
                          <a:ea typeface="宋体" panose="02010600030101010101" pitchFamily="2" charset="-122"/>
                        </a:rPr>
                        <a:t>1 1 1</a:t>
                      </a:r>
                    </a:p>
                  </a:txBody>
                  <a:tcPr marL="91443" marR="91443" marT="45711" marB="45711" horzOverflow="overflow">
                    <a:lnL cap="flat">
                      <a:noFill/>
                    </a:lnL>
                    <a:lnR w="12700" cap="flat" cmpd="sng" algn="ctr">
                      <a:solidFill>
                        <a:srgbClr val="FF7C80"/>
                      </a:solidFill>
                      <a:prstDash val="solid"/>
                      <a:round/>
                      <a:headEnd type="none" w="med" len="med"/>
                      <a:tailEnd type="none" w="med" len="med"/>
                    </a:lnR>
                    <a:lnT>
                      <a:noFill/>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C000"/>
                          </a:solidFill>
                          <a:effectLst/>
                          <a:latin typeface="宋体" panose="02010600030101010101" pitchFamily="2" charset="-122"/>
                          <a:ea typeface="宋体" panose="02010600030101010101" pitchFamily="2" charset="-122"/>
                        </a:rPr>
                        <a:t>1</a:t>
                      </a:r>
                      <a:endParaRPr kumimoji="1" lang="zh-CN" altLang="zh-CN" sz="1800" b="1" i="0" u="none" strike="noStrike" cap="none" normalizeH="0" baseline="0" dirty="0">
                        <a:ln>
                          <a:noFill/>
                        </a:ln>
                        <a:solidFill>
                          <a:srgbClr val="FFC000"/>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w="12700" cap="flat" cmpd="sng" algn="ctr">
                      <a:solidFill>
                        <a:srgbClr val="FF7C8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FF00"/>
                          </a:solidFill>
                          <a:effectLst/>
                          <a:latin typeface="宋体" panose="02010600030101010101" pitchFamily="2" charset="-122"/>
                          <a:ea typeface="宋体" panose="02010600030101010101" pitchFamily="2" charset="-122"/>
                        </a:rPr>
                        <a:t>1</a:t>
                      </a:r>
                      <a:endParaRPr kumimoji="1" lang="zh-CN" altLang="zh-CN" sz="1800" b="1" i="0" u="none" strike="noStrike" cap="none" normalizeH="0" baseline="0" dirty="0">
                        <a:ln>
                          <a:noFill/>
                        </a:ln>
                        <a:solidFill>
                          <a:srgbClr val="FFFF00"/>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92D050"/>
                          </a:solidFill>
                          <a:effectLst/>
                          <a:latin typeface="宋体" panose="02010600030101010101" pitchFamily="2" charset="-122"/>
                          <a:ea typeface="宋体" panose="02010600030101010101" pitchFamily="2" charset="-122"/>
                        </a:rPr>
                        <a:t>1</a:t>
                      </a:r>
                      <a:endParaRPr kumimoji="1" lang="zh-CN" altLang="zh-CN" sz="1800" b="1" i="0" u="none" strike="noStrike" cap="none" normalizeH="0" baseline="0" dirty="0">
                        <a:ln>
                          <a:noFill/>
                        </a:ln>
                        <a:solidFill>
                          <a:srgbClr val="92D050"/>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w="12700" cap="flat" cmpd="sng" algn="ctr">
                      <a:solidFill>
                        <a:srgbClr val="FF7C8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chemeClr val="accent1"/>
                          </a:solidFill>
                          <a:effectLst/>
                          <a:latin typeface="宋体" panose="02010600030101010101" pitchFamily="2" charset="-122"/>
                          <a:ea typeface="宋体" panose="02010600030101010101" pitchFamily="2" charset="-122"/>
                        </a:rPr>
                        <a:t>1</a:t>
                      </a:r>
                      <a:endParaRPr kumimoji="1" lang="zh-CN" altLang="zh-CN" sz="1800" b="1" i="0" u="none" strike="noStrike" cap="none" normalizeH="0" baseline="0" dirty="0">
                        <a:ln>
                          <a:noFill/>
                        </a:ln>
                        <a:solidFill>
                          <a:schemeClr val="accent1"/>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CCFF"/>
                          </a:solidFill>
                          <a:effectLst/>
                          <a:latin typeface="宋体" panose="02010600030101010101" pitchFamily="2" charset="-122"/>
                          <a:ea typeface="宋体" panose="02010600030101010101" pitchFamily="2" charset="-122"/>
                        </a:rPr>
                        <a:t>1</a:t>
                      </a:r>
                      <a:endParaRPr kumimoji="1" lang="zh-CN" altLang="zh-CN" sz="1800" b="1" i="0" u="none" strike="noStrike" cap="none" normalizeH="0" baseline="0" dirty="0">
                        <a:ln>
                          <a:noFill/>
                        </a:ln>
                        <a:solidFill>
                          <a:srgbClr val="FFCCFF"/>
                        </a:solidFill>
                        <a:effectLst/>
                        <a:latin typeface="宋体" panose="02010600030101010101" pitchFamily="2" charset="-122"/>
                        <a:ea typeface="宋体" panose="02010600030101010101" pitchFamily="2" charset="-122"/>
                      </a:endParaRPr>
                    </a:p>
                  </a:txBody>
                  <a:tcPr marL="91443" marR="91443" marT="45711" marB="45711" horzOverflow="overflow">
                    <a:lnL w="12700" cap="flat" cmpd="sng" algn="ctr">
                      <a:solidFill>
                        <a:srgbClr val="FF7C80"/>
                      </a:solidFill>
                      <a:prstDash val="solid"/>
                      <a:round/>
                      <a:headEnd type="none" w="med" len="med"/>
                      <a:tailEnd type="none" w="med" len="med"/>
                    </a:lnL>
                    <a:lnR cap="flat">
                      <a:noFill/>
                    </a:lnR>
                    <a:lnT>
                      <a:noFill/>
                    </a:lnT>
                    <a:lnB w="12700" cap="flat" cmpd="sng" algn="ctr">
                      <a:solidFill>
                        <a:srgbClr val="FF7C8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20" name="Rectangle 224"/>
          <p:cNvSpPr>
            <a:spLocks noChangeArrowheads="1"/>
          </p:cNvSpPr>
          <p:nvPr/>
        </p:nvSpPr>
        <p:spPr bwMode="auto">
          <a:xfrm>
            <a:off x="8935709" y="2924944"/>
            <a:ext cx="218164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2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由真值表可见</a:t>
            </a:r>
            <a:r>
              <a:rPr lang="en-US" altLang="zh-CN" sz="22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21" name="Rectangle 226"/>
          <p:cNvSpPr txBox="1">
            <a:spLocks noChangeArrowheads="1"/>
          </p:cNvSpPr>
          <p:nvPr/>
        </p:nvSpPr>
        <p:spPr bwMode="auto">
          <a:xfrm>
            <a:off x="335360" y="1543846"/>
            <a:ext cx="2376264" cy="54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bg1"/>
                </a:solidFill>
                <a:latin typeface="+mj-lt"/>
                <a:ea typeface="+mj-ea"/>
                <a:cs typeface="+mj-cs"/>
              </a:defRPr>
            </a:lvl1pPr>
            <a:lvl2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9pPr>
          </a:lstStyle>
          <a:p>
            <a:pPr>
              <a:defRPr/>
            </a:pPr>
            <a:r>
              <a:rPr kumimoji="0" lang="zh-CN" altLang="en-US" sz="2400" b="0" kern="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例</a:t>
            </a:r>
            <a:r>
              <a:rPr kumimoji="0" lang="en-US" altLang="zh-CN" sz="2400" b="0" kern="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3.2.2 </a:t>
            </a:r>
            <a:r>
              <a:rPr kumimoji="0" lang="zh-CN" altLang="en-US" sz="2400" b="0" kern="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证明：</a:t>
            </a:r>
          </a:p>
        </p:txBody>
      </p:sp>
      <p:sp>
        <p:nvSpPr>
          <p:cNvPr id="22" name="Text Box 4"/>
          <p:cNvSpPr txBox="1">
            <a:spLocks noChangeArrowheads="1"/>
          </p:cNvSpPr>
          <p:nvPr/>
        </p:nvSpPr>
        <p:spPr bwMode="auto">
          <a:xfrm>
            <a:off x="329729" y="2179875"/>
            <a:ext cx="767754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0" bIns="0">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a:spcBef>
                <a:spcPct val="25000"/>
              </a:spcBef>
              <a:buNone/>
            </a:pPr>
            <a:r>
              <a:rPr lang="zh-CN" altLang="en-US" sz="24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证明：</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a:effectLst>
                  <a:outerShdw blurRad="38100" dist="38100" dir="2700000" algn="tl">
                    <a:srgbClr val="000000">
                      <a:alpha val="43137"/>
                    </a:srgbClr>
                  </a:outerShdw>
                </a:effectLst>
                <a:latin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rPr>
              <a:t>p</a:t>
            </a:r>
            <a:r>
              <a:rPr lang="en-US" altLang="zh-CN" sz="2000" dirty="0" err="1">
                <a:effectLst>
                  <a:outerShdw blurRad="38100" dist="38100" dir="2700000" algn="tl">
                    <a:srgbClr val="000000">
                      <a:alpha val="43137"/>
                    </a:srgbClr>
                  </a:outerShdw>
                </a:effectLst>
                <a:latin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rPr>
              <a:t>q</a:t>
            </a:r>
            <a:r>
              <a:rPr lang="en-US" altLang="zh-CN" sz="2000" dirty="0">
                <a:effectLst>
                  <a:outerShdw blurRad="38100" dist="38100" dir="2700000" algn="tl">
                    <a:srgbClr val="000000">
                      <a:alpha val="43137"/>
                    </a:srgbClr>
                  </a:outerShdw>
                </a:effectLst>
                <a:latin typeface="Times New Roman" panose="02020603050405020304" pitchFamily="18" charset="0"/>
              </a:rPr>
              <a:t>)∨</a:t>
            </a:r>
            <a:r>
              <a:rPr lang="en-US" altLang="zh-CN" sz="2000" i="1" dirty="0">
                <a:effectLst>
                  <a:outerShdw blurRad="38100" dist="38100" dir="2700000" algn="tl">
                    <a:srgbClr val="000000">
                      <a:alpha val="43137"/>
                    </a:srgbClr>
                  </a:outerShdw>
                </a:effectLst>
                <a:latin typeface="Times New Roman" panose="02020603050405020304" pitchFamily="18" charset="0"/>
              </a:rPr>
              <a:t>r</a:t>
            </a:r>
            <a:r>
              <a:rPr lang="zh-CN" altLang="en-US" sz="2000" dirty="0">
                <a:effectLst>
                  <a:outerShdw blurRad="38100" dist="38100" dir="2700000" algn="tl">
                    <a:srgbClr val="000000">
                      <a:alpha val="43137"/>
                    </a:srgbClr>
                  </a:outerShdw>
                </a:effectLst>
                <a:latin typeface="Times New Roman" panose="02020603050405020304" pitchFamily="18" charset="0"/>
              </a:rPr>
              <a:t>和</a:t>
            </a:r>
            <a:r>
              <a:rPr lang="en-US" altLang="zh-CN" sz="2000" dirty="0">
                <a:effectLst>
                  <a:outerShdw blurRad="38100" dist="38100" dir="2700000" algn="tl">
                    <a:srgbClr val="000000">
                      <a:alpha val="43137"/>
                    </a:srgbClr>
                  </a:outerShdw>
                </a:effectLst>
                <a:latin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rPr>
              <a:t>p</a:t>
            </a:r>
            <a:r>
              <a:rPr lang="en-US" altLang="zh-CN" sz="2000" dirty="0" err="1">
                <a:effectLst>
                  <a:outerShdw blurRad="38100" dist="38100" dir="2700000" algn="tl">
                    <a:srgbClr val="000000">
                      <a:alpha val="43137"/>
                    </a:srgbClr>
                  </a:outerShdw>
                </a:effectLst>
                <a:latin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rPr>
              <a:t>r</a:t>
            </a:r>
            <a:r>
              <a:rPr lang="en-US" altLang="zh-CN" sz="2000" dirty="0">
                <a:effectLst>
                  <a:outerShdw blurRad="38100" dist="38100" dir="2700000" algn="tl">
                    <a:srgbClr val="000000">
                      <a:alpha val="43137"/>
                    </a:srgbClr>
                  </a:outerShdw>
                </a:effectLst>
                <a:latin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rPr>
              <a:t>q</a:t>
            </a:r>
            <a:r>
              <a:rPr lang="en-US" altLang="zh-CN" sz="2000" dirty="0" err="1">
                <a:effectLst>
                  <a:outerShdw blurRad="38100" dist="38100" dir="2700000" algn="tl">
                    <a:srgbClr val="000000">
                      <a:alpha val="43137"/>
                    </a:srgbClr>
                  </a:outerShdw>
                </a:effectLst>
                <a:latin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rPr>
              <a:t>r</a:t>
            </a:r>
            <a:r>
              <a:rPr lang="en-US" altLang="zh-CN" sz="2000" dirty="0">
                <a:effectLst>
                  <a:outerShdw blurRad="38100" dist="38100" dir="2700000" algn="tl">
                    <a:srgbClr val="000000">
                      <a:alpha val="43137"/>
                    </a:srgbClr>
                  </a:outerShdw>
                </a:effectLst>
                <a:latin typeface="Times New Roman" panose="02020603050405020304" pitchFamily="18" charset="0"/>
              </a:rPr>
              <a:t>)</a:t>
            </a:r>
            <a:r>
              <a:rPr lang="zh-CN" altLang="en-US"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真值表如下：</a:t>
            </a:r>
          </a:p>
        </p:txBody>
      </p:sp>
      <p:sp>
        <p:nvSpPr>
          <p:cNvPr id="2" name="Rectangle 3"/>
          <p:cNvSpPr>
            <a:spLocks noChangeArrowheads="1"/>
          </p:cNvSpPr>
          <p:nvPr/>
        </p:nvSpPr>
        <p:spPr bwMode="auto">
          <a:xfrm>
            <a:off x="5287964" y="404813"/>
            <a:ext cx="4891087" cy="646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3.2.1 </a:t>
            </a:r>
            <a:r>
              <a:rPr lang="zh-CN" altLang="en-US"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等值的概念</a:t>
            </a:r>
          </a:p>
        </p:txBody>
      </p:sp>
      <p:sp>
        <p:nvSpPr>
          <p:cNvPr id="23" name="Text Box 4"/>
          <p:cNvSpPr txBox="1">
            <a:spLocks noChangeArrowheads="1"/>
          </p:cNvSpPr>
          <p:nvPr/>
        </p:nvSpPr>
        <p:spPr bwMode="auto">
          <a:xfrm>
            <a:off x="8688288" y="3717032"/>
            <a:ext cx="3096344"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0" bIns="0">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eaLnBrk="1" hangingPunct="1">
              <a:spcBef>
                <a:spcPct val="25000"/>
              </a:spcBef>
              <a:buFontTx/>
              <a:buNone/>
            </a:pP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a:effectLst>
                  <a:outerShdw blurRad="38100" dist="38100" dir="2700000" algn="tl">
                    <a:srgbClr val="000000">
                      <a:alpha val="43137"/>
                    </a:srgbClr>
                  </a:outerShdw>
                </a:effectLst>
                <a:latin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rPr>
              <a:t>p</a:t>
            </a:r>
            <a:r>
              <a:rPr lang="en-US" altLang="zh-CN" sz="2000" dirty="0" err="1">
                <a:effectLst>
                  <a:outerShdw blurRad="38100" dist="38100" dir="2700000" algn="tl">
                    <a:srgbClr val="000000">
                      <a:alpha val="43137"/>
                    </a:srgbClr>
                  </a:outerShdw>
                </a:effectLst>
                <a:latin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rPr>
              <a:t>q</a:t>
            </a:r>
            <a:r>
              <a:rPr lang="en-US" altLang="zh-CN" sz="2000" dirty="0">
                <a:effectLst>
                  <a:outerShdw blurRad="38100" dist="38100" dir="2700000" algn="tl">
                    <a:srgbClr val="000000">
                      <a:alpha val="43137"/>
                    </a:srgbClr>
                  </a:outerShdw>
                </a:effectLst>
                <a:latin typeface="Times New Roman" panose="02020603050405020304" pitchFamily="18" charset="0"/>
              </a:rPr>
              <a:t>)∨</a:t>
            </a:r>
            <a:r>
              <a:rPr lang="en-US" altLang="zh-CN" sz="2000" i="1" dirty="0">
                <a:effectLst>
                  <a:outerShdw blurRad="38100" dist="38100" dir="2700000" algn="tl">
                    <a:srgbClr val="000000">
                      <a:alpha val="43137"/>
                    </a:srgbClr>
                  </a:outerShdw>
                </a:effectLst>
                <a:latin typeface="Times New Roman" panose="02020603050405020304" pitchFamily="18" charset="0"/>
              </a:rPr>
              <a:t>r</a:t>
            </a:r>
            <a:r>
              <a:rPr lang="zh-CN" altLang="en-US" sz="2000" dirty="0">
                <a:effectLst>
                  <a:outerShdw blurRad="38100" dist="38100" dir="2700000" algn="tl">
                    <a:srgbClr val="000000">
                      <a:alpha val="43137"/>
                    </a:srgbClr>
                  </a:outerShdw>
                </a:effectLst>
                <a:latin typeface="Times New Roman" panose="02020603050405020304" pitchFamily="18" charset="0"/>
              </a:rPr>
              <a:t>与</a:t>
            </a:r>
            <a:r>
              <a:rPr lang="en-US" altLang="zh-CN" sz="2000" dirty="0">
                <a:effectLst>
                  <a:outerShdw blurRad="38100" dist="38100" dir="2700000" algn="tl">
                    <a:srgbClr val="000000">
                      <a:alpha val="43137"/>
                    </a:srgbClr>
                  </a:outerShdw>
                </a:effectLst>
                <a:latin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rPr>
              <a:t>p</a:t>
            </a:r>
            <a:r>
              <a:rPr lang="en-US" altLang="zh-CN" sz="2000" dirty="0" err="1">
                <a:effectLst>
                  <a:outerShdw blurRad="38100" dist="38100" dir="2700000" algn="tl">
                    <a:srgbClr val="000000">
                      <a:alpha val="43137"/>
                    </a:srgbClr>
                  </a:outerShdw>
                </a:effectLst>
                <a:latin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rPr>
              <a:t>r</a:t>
            </a:r>
            <a:r>
              <a:rPr lang="en-US" altLang="zh-CN" sz="2000" dirty="0">
                <a:effectLst>
                  <a:outerShdw blurRad="38100" dist="38100" dir="2700000" algn="tl">
                    <a:srgbClr val="000000">
                      <a:alpha val="43137"/>
                    </a:srgbClr>
                  </a:outerShdw>
                </a:effectLst>
                <a:latin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rPr>
              <a:t>q</a:t>
            </a:r>
            <a:r>
              <a:rPr lang="en-US" altLang="zh-CN" sz="2000" dirty="0" err="1">
                <a:effectLst>
                  <a:outerShdw blurRad="38100" dist="38100" dir="2700000" algn="tl">
                    <a:srgbClr val="000000">
                      <a:alpha val="43137"/>
                    </a:srgbClr>
                  </a:outerShdw>
                </a:effectLst>
                <a:latin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rPr>
              <a:t>r</a:t>
            </a:r>
            <a:r>
              <a:rPr lang="en-US" altLang="zh-CN" sz="2000" dirty="0">
                <a:effectLst>
                  <a:outerShdw blurRad="38100" dist="38100" dir="2700000" algn="tl">
                    <a:srgbClr val="000000">
                      <a:alpha val="43137"/>
                    </a:srgbClr>
                  </a:outerShdw>
                </a:effectLst>
                <a:latin typeface="Times New Roman" panose="02020603050405020304" pitchFamily="18" charset="0"/>
              </a:rPr>
              <a:t>)</a:t>
            </a:r>
            <a:r>
              <a:rPr lang="zh-CN" altLang="en-US" sz="2000" dirty="0">
                <a:effectLst>
                  <a:outerShdw blurRad="38100" dist="38100" dir="2700000" algn="tl">
                    <a:srgbClr val="000000">
                      <a:alpha val="43137"/>
                    </a:srgbClr>
                  </a:outerShdw>
                </a:effectLst>
                <a:latin typeface="Times New Roman" panose="02020603050405020304" pitchFamily="18" charset="0"/>
              </a:rPr>
              <a:t>等值</a:t>
            </a:r>
            <a:endParaRPr lang="zh-CN" altLang="en-US"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矩形 3"/>
          <p:cNvSpPr/>
          <p:nvPr/>
        </p:nvSpPr>
        <p:spPr bwMode="auto">
          <a:xfrm>
            <a:off x="3863752" y="3284984"/>
            <a:ext cx="288032" cy="2859630"/>
          </a:xfrm>
          <a:prstGeom prst="rect">
            <a:avLst/>
          </a:prstGeom>
          <a:no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Tx/>
              <a:buSzTx/>
              <a:buFontTx/>
              <a:buNone/>
            </a:pPr>
            <a:endParaRPr kumimoji="1"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5" name="矩形 4"/>
          <p:cNvSpPr/>
          <p:nvPr/>
        </p:nvSpPr>
        <p:spPr bwMode="auto">
          <a:xfrm>
            <a:off x="7968208" y="3284984"/>
            <a:ext cx="288032" cy="2859630"/>
          </a:xfrm>
          <a:prstGeom prst="rect">
            <a:avLst/>
          </a:prstGeom>
          <a:no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Tx/>
              <a:buSzTx/>
              <a:buFontTx/>
              <a:buNone/>
            </a:pPr>
            <a:endParaRPr kumimoji="1"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7" presetClass="entr" presetSubtype="0" fill="hold" grpId="0" nodeType="afterEffect">
                                  <p:stCondLst>
                                    <p:cond delay="0"/>
                                  </p:stCondLst>
                                  <p:iterate type="lt">
                                    <p:tmPct val="50000"/>
                                  </p:iterate>
                                  <p:childTnLst>
                                    <p:set>
                                      <p:cBhvr>
                                        <p:cTn id="6" dur="1" fill="hold">
                                          <p:stCondLst>
                                            <p:cond delay="0"/>
                                          </p:stCondLst>
                                        </p:cTn>
                                        <p:tgtEl>
                                          <p:spTgt spid="7">
                                            <p:txEl>
                                              <p:pRg st="0" end="0"/>
                                            </p:txEl>
                                          </p:spTgt>
                                        </p:tgtEl>
                                        <p:attrNameLst>
                                          <p:attrName>style.visibility</p:attrName>
                                        </p:attrNameLst>
                                      </p:cBhvr>
                                      <p:to>
                                        <p:strVal val="visible"/>
                                      </p:to>
                                    </p:set>
                                    <p:anim calcmode="discrete" valueType="clr">
                                      <p:cBhvr override="childStyle">
                                        <p:cTn id="7" dur="80"/>
                                        <p:tgtEl>
                                          <p:spTgt spid="7">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7">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7">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22">
                                            <p:txEl>
                                              <p:pRg st="0" end="0"/>
                                            </p:txEl>
                                          </p:spTgt>
                                        </p:tgtEl>
                                        <p:attrNameLst>
                                          <p:attrName>style.visibility</p:attrName>
                                        </p:attrNameLst>
                                      </p:cBhvr>
                                      <p:to>
                                        <p:strVal val="visible"/>
                                      </p:to>
                                    </p:set>
                                    <p:anim calcmode="discrete" valueType="clr">
                                      <p:cBhvr override="childStyle">
                                        <p:cTn id="14" dur="80"/>
                                        <p:tgtEl>
                                          <p:spTgt spid="22">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22">
                                            <p:txEl>
                                              <p:pRg st="0" end="0"/>
                                            </p:txEl>
                                          </p:spTgt>
                                        </p:tgtEl>
                                        <p:attrNameLst>
                                          <p:attrName>fillcolor</p:attrName>
                                        </p:attrNameLst>
                                      </p:cBhvr>
                                      <p:tavLst>
                                        <p:tav tm="0">
                                          <p:val>
                                            <p:clrVal>
                                              <a:schemeClr val="accent2"/>
                                            </p:clrVal>
                                          </p:val>
                                        </p:tav>
                                        <p:tav tm="50000">
                                          <p:val>
                                            <p:clrVal>
                                              <a:schemeClr val="hlink"/>
                                            </p:clrVal>
                                          </p:val>
                                        </p:tav>
                                      </p:tavLst>
                                    </p:anim>
                                    <p:set>
                                      <p:cBhvr>
                                        <p:cTn id="16" dur="80"/>
                                        <p:tgtEl>
                                          <p:spTgt spid="22">
                                            <p:txEl>
                                              <p:pRg st="0" end="0"/>
                                            </p:txEl>
                                          </p:spTgt>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16" presetClass="entr" presetSubtype="37"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barn(outVertical)">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4"/>
                                        </p:tgtEl>
                                        <p:attrNameLst>
                                          <p:attrName>style.visibility</p:attrName>
                                        </p:attrNameLst>
                                      </p:cBhvr>
                                      <p:to>
                                        <p:strVal val="visible"/>
                                      </p:to>
                                    </p:set>
                                    <p:anim calcmode="lin" valueType="num">
                                      <p:cBhvr additive="base">
                                        <p:cTn id="26" dur="500" fill="hold"/>
                                        <p:tgtEl>
                                          <p:spTgt spid="4"/>
                                        </p:tgtEl>
                                        <p:attrNameLst>
                                          <p:attrName>ppt_x</p:attrName>
                                        </p:attrNameLst>
                                      </p:cBhvr>
                                      <p:tavLst>
                                        <p:tav tm="0">
                                          <p:val>
                                            <p:strVal val="#ppt_x"/>
                                          </p:val>
                                        </p:tav>
                                        <p:tav tm="100000">
                                          <p:val>
                                            <p:strVal val="#ppt_x"/>
                                          </p:val>
                                        </p:tav>
                                      </p:tavLst>
                                    </p:anim>
                                    <p:anim calcmode="lin" valueType="num">
                                      <p:cBhvr additive="base">
                                        <p:cTn id="27" dur="500" fill="hold"/>
                                        <p:tgtEl>
                                          <p:spTgt spid="4"/>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0"/>
                                  </p:stCondLst>
                                  <p:childTnLst>
                                    <p:set>
                                      <p:cBhvr>
                                        <p:cTn id="29" dur="1" fill="hold">
                                          <p:stCondLst>
                                            <p:cond delay="0"/>
                                          </p:stCondLst>
                                        </p:cTn>
                                        <p:tgtEl>
                                          <p:spTgt spid="5"/>
                                        </p:tgtEl>
                                        <p:attrNameLst>
                                          <p:attrName>style.visibility</p:attrName>
                                        </p:attrNameLst>
                                      </p:cBhvr>
                                      <p:to>
                                        <p:strVal val="visible"/>
                                      </p:to>
                                    </p:set>
                                    <p:anim calcmode="lin" valueType="num">
                                      <p:cBhvr additive="base">
                                        <p:cTn id="30" dur="500" fill="hold"/>
                                        <p:tgtEl>
                                          <p:spTgt spid="5"/>
                                        </p:tgtEl>
                                        <p:attrNameLst>
                                          <p:attrName>ppt_x</p:attrName>
                                        </p:attrNameLst>
                                      </p:cBhvr>
                                      <p:tavLst>
                                        <p:tav tm="0">
                                          <p:val>
                                            <p:strVal val="#ppt_x"/>
                                          </p:val>
                                        </p:tav>
                                        <p:tav tm="100000">
                                          <p:val>
                                            <p:strVal val="#ppt_x"/>
                                          </p:val>
                                        </p:tav>
                                      </p:tavLst>
                                    </p:anim>
                                    <p:anim calcmode="lin" valueType="num">
                                      <p:cBhvr additive="base">
                                        <p:cTn id="31"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dissolve">
                                      <p:cBhvr>
                                        <p:cTn id="36" dur="500"/>
                                        <p:tgtEl>
                                          <p:spTgt spid="20"/>
                                        </p:tgtEl>
                                      </p:cBhvr>
                                    </p:animEffect>
                                  </p:childTnLst>
                                </p:cTn>
                              </p:par>
                            </p:childTnLst>
                          </p:cTn>
                        </p:par>
                      </p:childTnLst>
                    </p:cTn>
                  </p:par>
                  <p:par>
                    <p:cTn id="37" fill="hold">
                      <p:stCondLst>
                        <p:cond delay="indefinite"/>
                      </p:stCondLst>
                      <p:childTnLst>
                        <p:par>
                          <p:cTn id="38" fill="hold">
                            <p:stCondLst>
                              <p:cond delay="0"/>
                            </p:stCondLst>
                            <p:childTnLst>
                              <p:par>
                                <p:cTn id="39" presetID="27" presetClass="entr" presetSubtype="0" fill="hold" grpId="0" nodeType="clickEffect">
                                  <p:stCondLst>
                                    <p:cond delay="0"/>
                                  </p:stCondLst>
                                  <p:iterate type="lt">
                                    <p:tmPct val="50000"/>
                                  </p:iterate>
                                  <p:childTnLst>
                                    <p:set>
                                      <p:cBhvr>
                                        <p:cTn id="40" dur="1" fill="hold">
                                          <p:stCondLst>
                                            <p:cond delay="0"/>
                                          </p:stCondLst>
                                        </p:cTn>
                                        <p:tgtEl>
                                          <p:spTgt spid="23">
                                            <p:txEl>
                                              <p:pRg st="0" end="0"/>
                                            </p:txEl>
                                          </p:spTgt>
                                        </p:tgtEl>
                                        <p:attrNameLst>
                                          <p:attrName>style.visibility</p:attrName>
                                        </p:attrNameLst>
                                      </p:cBhvr>
                                      <p:to>
                                        <p:strVal val="visible"/>
                                      </p:to>
                                    </p:set>
                                    <p:anim calcmode="discrete" valueType="clr">
                                      <p:cBhvr override="childStyle">
                                        <p:cTn id="41" dur="80"/>
                                        <p:tgtEl>
                                          <p:spTgt spid="23">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2" dur="80"/>
                                        <p:tgtEl>
                                          <p:spTgt spid="23">
                                            <p:txEl>
                                              <p:pRg st="0" end="0"/>
                                            </p:txEl>
                                          </p:spTgt>
                                        </p:tgtEl>
                                        <p:attrNameLst>
                                          <p:attrName>fillcolor</p:attrName>
                                        </p:attrNameLst>
                                      </p:cBhvr>
                                      <p:tavLst>
                                        <p:tav tm="0">
                                          <p:val>
                                            <p:clrVal>
                                              <a:schemeClr val="accent2"/>
                                            </p:clrVal>
                                          </p:val>
                                        </p:tav>
                                        <p:tav tm="50000">
                                          <p:val>
                                            <p:clrVal>
                                              <a:schemeClr val="hlink"/>
                                            </p:clrVal>
                                          </p:val>
                                        </p:tav>
                                      </p:tavLst>
                                    </p:anim>
                                    <p:set>
                                      <p:cBhvr>
                                        <p:cTn id="43" dur="80"/>
                                        <p:tgtEl>
                                          <p:spTgt spid="23">
                                            <p:txEl>
                                              <p:pRg st="0" end="0"/>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utoUpdateAnimBg="0"/>
      <p:bldP spid="20" grpId="0"/>
      <p:bldP spid="22" grpId="0" build="p" autoUpdateAnimBg="0"/>
      <p:bldP spid="23" grpId="0" build="p" autoUpdateAnimBg="0"/>
      <p:bldP spid="4" grpId="0" animBg="1"/>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ChangeArrowheads="1"/>
          </p:cNvSpPr>
          <p:nvPr/>
        </p:nvSpPr>
        <p:spPr bwMode="auto">
          <a:xfrm>
            <a:off x="5287965" y="404813"/>
            <a:ext cx="1168076" cy="646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36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思考</a:t>
            </a:r>
          </a:p>
        </p:txBody>
      </p:sp>
      <p:sp>
        <p:nvSpPr>
          <p:cNvPr id="23" name="文本框 22"/>
          <p:cNvSpPr txBox="1"/>
          <p:nvPr/>
        </p:nvSpPr>
        <p:spPr>
          <a:xfrm>
            <a:off x="435399" y="1956307"/>
            <a:ext cx="10873208" cy="662554"/>
          </a:xfrm>
          <a:prstGeom prst="rect">
            <a:avLst/>
          </a:prstGeom>
          <a:noFill/>
        </p:spPr>
        <p:txBody>
          <a:bodyPr wrap="square">
            <a:spAutoFit/>
          </a:bodyPr>
          <a:lstStyle/>
          <a:p>
            <a:pPr algn="just">
              <a:lnSpc>
                <a:spcPct val="150000"/>
              </a:lnSpc>
              <a:spcBef>
                <a:spcPts val="0"/>
              </a:spcBef>
              <a:buNone/>
            </a:pPr>
            <a:r>
              <a:rPr lang="zh-CN" altLang="en-US" sz="2800" b="0" dirty="0">
                <a:solidFill>
                  <a:srgbClr val="FFFF0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问题：</a:t>
            </a:r>
            <a:r>
              <a:rPr lang="zh-CN" altLang="en-US" sz="2400" b="0"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当命题公式中变项较多时</a:t>
            </a:r>
            <a:r>
              <a:rPr lang="en-US" altLang="zh-CN" sz="2400" b="0"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 </a:t>
            </a:r>
            <a:r>
              <a:rPr lang="zh-CN" altLang="en-US" sz="2400" b="0"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用真值表判断两个公式是否等值计算量很大。</a:t>
            </a:r>
            <a:endParaRPr lang="en-US" altLang="zh-CN" sz="2400" b="0"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endParaRPr>
          </a:p>
        </p:txBody>
      </p:sp>
      <p:sp>
        <p:nvSpPr>
          <p:cNvPr id="24" name="文本框 23"/>
          <p:cNvSpPr txBox="1"/>
          <p:nvPr/>
        </p:nvSpPr>
        <p:spPr>
          <a:xfrm>
            <a:off x="1443511" y="3284984"/>
            <a:ext cx="8856984" cy="1134862"/>
          </a:xfrm>
          <a:prstGeom prst="rect">
            <a:avLst/>
          </a:prstGeom>
          <a:noFill/>
        </p:spPr>
        <p:txBody>
          <a:bodyPr wrap="square">
            <a:spAutoFit/>
          </a:bodyPr>
          <a:lstStyle/>
          <a:p>
            <a:pPr marL="342900" indent="-342900" algn="just">
              <a:lnSpc>
                <a:spcPct val="150000"/>
              </a:lnSpc>
              <a:spcBef>
                <a:spcPts val="0"/>
              </a:spcBef>
              <a:buClr>
                <a:srgbClr val="FFC000"/>
              </a:buClr>
              <a:buSzPct val="80000"/>
              <a:buFont typeface="Wingdings" panose="05000000000000000000" pitchFamily="2" charset="2"/>
              <a:buChar char="p"/>
            </a:pPr>
            <a:r>
              <a:rPr lang="zh-CN" altLang="en-US" sz="2400" b="0"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为此</a:t>
            </a:r>
            <a:r>
              <a:rPr lang="en-US" altLang="zh-CN" sz="2400" b="0"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 </a:t>
            </a:r>
            <a:r>
              <a:rPr lang="zh-CN" altLang="en-US" sz="2400" b="0"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人们将一组经检验为正确的等值式作为等值式模式。</a:t>
            </a:r>
            <a:endParaRPr lang="en-US" altLang="zh-CN" sz="2400" b="0"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endParaRPr>
          </a:p>
          <a:p>
            <a:pPr marL="342900" indent="-342900" algn="just">
              <a:lnSpc>
                <a:spcPct val="150000"/>
              </a:lnSpc>
              <a:spcBef>
                <a:spcPts val="0"/>
              </a:spcBef>
              <a:buClr>
                <a:srgbClr val="FFC000"/>
              </a:buClr>
              <a:buSzPct val="80000"/>
              <a:buFont typeface="Wingdings" panose="05000000000000000000" pitchFamily="2" charset="2"/>
              <a:buChar char="p"/>
            </a:pPr>
            <a:r>
              <a:rPr lang="zh-CN" altLang="en-US" sz="2400" b="0"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通过公式间的等值演算来判断两公式是否等值。</a:t>
            </a:r>
            <a:endParaRPr lang="en-US" altLang="zh-CN" sz="2400" b="0"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wipe(left)">
                                      <p:cBhvr>
                                        <p:cTn id="15" dur="500"/>
                                        <p:tgtEl>
                                          <p:spTgt spid="23"/>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24">
                                            <p:txEl>
                                              <p:pRg st="0" end="0"/>
                                            </p:txEl>
                                          </p:spTgt>
                                        </p:tgtEl>
                                        <p:attrNameLst>
                                          <p:attrName>style.visibility</p:attrName>
                                        </p:attrNameLst>
                                      </p:cBhvr>
                                      <p:to>
                                        <p:strVal val="visible"/>
                                      </p:to>
                                    </p:set>
                                    <p:animEffect transition="in" filter="fade">
                                      <p:cBhvr>
                                        <p:cTn id="20" dur="1000"/>
                                        <p:tgtEl>
                                          <p:spTgt spid="24">
                                            <p:txEl>
                                              <p:pRg st="0" end="0"/>
                                            </p:txEl>
                                          </p:spTgt>
                                        </p:tgtEl>
                                      </p:cBhvr>
                                    </p:animEffect>
                                    <p:anim calcmode="lin" valueType="num">
                                      <p:cBhvr>
                                        <p:cTn id="21" dur="1000" fill="hold"/>
                                        <p:tgtEl>
                                          <p:spTgt spid="24">
                                            <p:txEl>
                                              <p:pRg st="0" end="0"/>
                                            </p:txEl>
                                          </p:spTgt>
                                        </p:tgtEl>
                                        <p:attrNameLst>
                                          <p:attrName>ppt_x</p:attrName>
                                        </p:attrNameLst>
                                      </p:cBhvr>
                                      <p:tavLst>
                                        <p:tav tm="0">
                                          <p:val>
                                            <p:strVal val="#ppt_x"/>
                                          </p:val>
                                        </p:tav>
                                        <p:tav tm="100000">
                                          <p:val>
                                            <p:strVal val="#ppt_x"/>
                                          </p:val>
                                        </p:tav>
                                      </p:tavLst>
                                    </p:anim>
                                    <p:anim calcmode="lin" valueType="num">
                                      <p:cBhvr>
                                        <p:cTn id="22" dur="1000" fill="hold"/>
                                        <p:tgtEl>
                                          <p:spTgt spid="2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24">
                                            <p:txEl>
                                              <p:pRg st="1" end="1"/>
                                            </p:txEl>
                                          </p:spTgt>
                                        </p:tgtEl>
                                        <p:attrNameLst>
                                          <p:attrName>style.visibility</p:attrName>
                                        </p:attrNameLst>
                                      </p:cBhvr>
                                      <p:to>
                                        <p:strVal val="visible"/>
                                      </p:to>
                                    </p:set>
                                    <p:animEffect transition="in" filter="fade">
                                      <p:cBhvr>
                                        <p:cTn id="27" dur="1000"/>
                                        <p:tgtEl>
                                          <p:spTgt spid="24">
                                            <p:txEl>
                                              <p:pRg st="1" end="1"/>
                                            </p:txEl>
                                          </p:spTgt>
                                        </p:tgtEl>
                                      </p:cBhvr>
                                    </p:animEffect>
                                    <p:anim calcmode="lin" valueType="num">
                                      <p:cBhvr>
                                        <p:cTn id="28" dur="1000" fill="hold"/>
                                        <p:tgtEl>
                                          <p:spTgt spid="24">
                                            <p:txEl>
                                              <p:pRg st="1" end="1"/>
                                            </p:txEl>
                                          </p:spTgt>
                                        </p:tgtEl>
                                        <p:attrNameLst>
                                          <p:attrName>ppt_x</p:attrName>
                                        </p:attrNameLst>
                                      </p:cBhvr>
                                      <p:tavLst>
                                        <p:tav tm="0">
                                          <p:val>
                                            <p:strVal val="#ppt_x"/>
                                          </p:val>
                                        </p:tav>
                                        <p:tav tm="100000">
                                          <p:val>
                                            <p:strVal val="#ppt_x"/>
                                          </p:val>
                                        </p:tav>
                                      </p:tavLst>
                                    </p:anim>
                                    <p:anim calcmode="lin" valueType="num">
                                      <p:cBhvr>
                                        <p:cTn id="29" dur="1000" fill="hold"/>
                                        <p:tgtEl>
                                          <p:spTgt spid="24">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5"/>
          <p:cNvSpPr txBox="1">
            <a:spLocks noChangeArrowheads="1"/>
          </p:cNvSpPr>
          <p:nvPr/>
        </p:nvSpPr>
        <p:spPr bwMode="auto">
          <a:xfrm>
            <a:off x="772864" y="2276872"/>
            <a:ext cx="4891087" cy="39044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a:lnSpc>
                <a:spcPct val="150000"/>
              </a:lnSpc>
              <a:spcBef>
                <a:spcPts val="0"/>
              </a:spcBef>
              <a:buNone/>
            </a:pP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C</a:t>
            </a: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是任意的命题公式</a:t>
            </a:r>
          </a:p>
          <a:p>
            <a:pPr algn="just">
              <a:lnSpc>
                <a:spcPct val="150000"/>
              </a:lnSpc>
              <a:spcBef>
                <a:spcPts val="0"/>
              </a:spcBef>
              <a:buNone/>
            </a:pP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等幂律：</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0" i="1"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endPar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50000"/>
              </a:lnSpc>
              <a:spcBef>
                <a:spcPts val="0"/>
              </a:spcBef>
              <a:buNone/>
            </a:pP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2.</a:t>
            </a: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零    律：</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∨1=1, </a:t>
            </a:r>
            <a:r>
              <a:rPr lang="en-US" altLang="zh-CN" sz="2400" b="0" i="1"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∧0=0</a:t>
            </a:r>
            <a:endParaRPr lang="en-US" altLang="zh-CN" sz="2400" b="0" i="1"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50000"/>
              </a:lnSpc>
              <a:spcBef>
                <a:spcPts val="0"/>
              </a:spcBef>
              <a:buNone/>
            </a:pP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3.</a:t>
            </a: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同一律：</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∨0=</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 </a:t>
            </a:r>
            <a:r>
              <a:rPr lang="en-US" altLang="zh-CN" sz="2400" b="0" i="1"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400" b="0" i="1"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p>
          <a:p>
            <a:pPr algn="just">
              <a:lnSpc>
                <a:spcPct val="150000"/>
              </a:lnSpc>
              <a:spcBef>
                <a:spcPts val="0"/>
              </a:spcBef>
              <a:buNone/>
            </a:pP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4.</a:t>
            </a: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排中律：</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   </a:t>
            </a:r>
          </a:p>
          <a:p>
            <a:pPr algn="just">
              <a:lnSpc>
                <a:spcPct val="150000"/>
              </a:lnSpc>
              <a:spcBef>
                <a:spcPts val="0"/>
              </a:spcBef>
              <a:buNone/>
            </a:pP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5.</a:t>
            </a: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矛盾律：</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=0</a:t>
            </a:r>
          </a:p>
          <a:p>
            <a:pPr algn="just">
              <a:lnSpc>
                <a:spcPct val="150000"/>
              </a:lnSpc>
              <a:spcBef>
                <a:spcPts val="0"/>
              </a:spcBef>
              <a:buNone/>
            </a:pP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6.</a:t>
            </a: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双重否定律：</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21508" name="Rectangle 3"/>
          <p:cNvSpPr>
            <a:spLocks noChangeArrowheads="1"/>
          </p:cNvSpPr>
          <p:nvPr/>
        </p:nvSpPr>
        <p:spPr bwMode="auto">
          <a:xfrm>
            <a:off x="5287964" y="404813"/>
            <a:ext cx="4891087" cy="646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3.2.2 </a:t>
            </a:r>
            <a:r>
              <a:rPr lang="zh-CN" altLang="en-US"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等值演算</a:t>
            </a:r>
          </a:p>
        </p:txBody>
      </p:sp>
      <p:sp>
        <p:nvSpPr>
          <p:cNvPr id="2" name="Rectangle 3"/>
          <p:cNvSpPr>
            <a:spLocks noChangeArrowheads="1"/>
          </p:cNvSpPr>
          <p:nvPr/>
        </p:nvSpPr>
        <p:spPr bwMode="auto">
          <a:xfrm>
            <a:off x="349162" y="1681644"/>
            <a:ext cx="531478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marL="457200" indent="-457200" eaLnBrk="1" hangingPunct="1">
              <a:spcBef>
                <a:spcPct val="50000"/>
              </a:spcBef>
              <a:buClr>
                <a:srgbClr val="FFC000"/>
              </a:buClr>
              <a:buSzPct val="80000"/>
              <a:buFont typeface="Wingdings" panose="05000000000000000000" pitchFamily="2" charset="2"/>
              <a:buChar char="n"/>
            </a:pPr>
            <a:r>
              <a:rPr lang="zh-CN" altLang="en-US" sz="28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定理</a:t>
            </a:r>
            <a:r>
              <a:rPr lang="en-US" altLang="zh-CN" sz="28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3.2.1 ——</a:t>
            </a:r>
            <a:r>
              <a:rPr lang="zh-CN" altLang="en-US" sz="28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基本恒等式</a:t>
            </a:r>
            <a:r>
              <a:rPr lang="en-US" altLang="zh-CN" sz="28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(16)</a:t>
            </a:r>
            <a:endParaRPr lang="zh-CN" altLang="en-US" sz="28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文本框 5"/>
          <p:cNvSpPr txBox="1"/>
          <p:nvPr/>
        </p:nvSpPr>
        <p:spPr>
          <a:xfrm>
            <a:off x="5483932" y="2305409"/>
            <a:ext cx="5364122" cy="461665"/>
          </a:xfrm>
          <a:prstGeom prst="rect">
            <a:avLst/>
          </a:prstGeom>
          <a:noFill/>
        </p:spPr>
        <p:txBody>
          <a:bodyPr wrap="square">
            <a:spAutoFit/>
          </a:bodyPr>
          <a:lstStyle/>
          <a:p>
            <a:pPr algn="just">
              <a:spcBef>
                <a:spcPts val="1200"/>
              </a:spcBef>
              <a:buNone/>
            </a:pPr>
            <a:r>
              <a:rPr lang="en-US" altLang="zh-CN" sz="2400" b="0"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7.</a:t>
            </a:r>
            <a:r>
              <a:rPr lang="zh-CN" altLang="en-US" sz="2400" b="0"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交换律</a:t>
            </a:r>
            <a:r>
              <a:rPr lang="en-US" altLang="zh-CN" sz="2400" b="0"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 </a:t>
            </a:r>
            <a:r>
              <a:rPr lang="en-US" altLang="zh-CN" sz="2400" b="0" i="1"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A</a:t>
            </a:r>
            <a:r>
              <a:rPr lang="en-US" altLang="zh-CN" sz="2400" b="0"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a:t>
            </a:r>
            <a:r>
              <a:rPr lang="en-US" altLang="zh-CN" sz="2400" b="0" i="1"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B</a:t>
            </a:r>
            <a:r>
              <a:rPr lang="en-US" altLang="zh-CN" sz="2400" b="0"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a:t>
            </a:r>
            <a:r>
              <a:rPr lang="en-US" altLang="zh-CN" sz="2400" b="0" i="1"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B</a:t>
            </a:r>
            <a:r>
              <a:rPr lang="en-US" altLang="zh-CN" sz="2400" b="0"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a:t>
            </a:r>
            <a:r>
              <a:rPr lang="en-US" altLang="zh-CN" sz="2400" b="0" i="1"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A</a:t>
            </a:r>
            <a:r>
              <a:rPr lang="en-US" altLang="zh-CN" sz="2400" b="0"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 </a:t>
            </a:r>
            <a:r>
              <a:rPr lang="en-US" altLang="zh-CN" sz="2400" b="0" i="1"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400" b="0"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400" b="0"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p>
        </p:txBody>
      </p:sp>
      <p:sp>
        <p:nvSpPr>
          <p:cNvPr id="8" name="文本框 7"/>
          <p:cNvSpPr txBox="1"/>
          <p:nvPr/>
        </p:nvSpPr>
        <p:spPr>
          <a:xfrm>
            <a:off x="5519936" y="2835583"/>
            <a:ext cx="5436130" cy="936347"/>
          </a:xfrm>
          <a:prstGeom prst="rect">
            <a:avLst/>
          </a:prstGeom>
          <a:noFill/>
        </p:spPr>
        <p:txBody>
          <a:bodyPr wrap="square">
            <a:spAutoFit/>
          </a:bodyPr>
          <a:lstStyle/>
          <a:p>
            <a:pPr algn="just">
              <a:lnSpc>
                <a:spcPct val="120000"/>
              </a:lnSpc>
              <a:spcBef>
                <a:spcPts val="0"/>
              </a:spcBef>
              <a:buNone/>
            </a:pPr>
            <a:r>
              <a:rPr lang="en-US" altLang="zh-CN" sz="2400" b="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8.</a:t>
            </a:r>
            <a:r>
              <a:rPr lang="zh-CN" altLang="en-US" sz="2400" b="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结合律</a:t>
            </a:r>
            <a:r>
              <a:rPr lang="en-US" altLang="zh-CN" sz="2400" b="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0" i="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400" b="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2400" b="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400" b="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2400" b="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p>
          <a:p>
            <a:pPr algn="just">
              <a:lnSpc>
                <a:spcPct val="120000"/>
              </a:lnSpc>
              <a:spcBef>
                <a:spcPts val="0"/>
              </a:spcBef>
              <a:buNone/>
            </a:pPr>
            <a:r>
              <a:rPr lang="en-US" altLang="zh-CN" sz="2400" b="0"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                </a:t>
            </a:r>
            <a:r>
              <a:rPr lang="en-US" altLang="zh-CN" sz="2400" b="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0"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400" b="0"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2400" b="0"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400" b="0"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2400" b="0"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0" name="文本框 9"/>
          <p:cNvSpPr txBox="1"/>
          <p:nvPr/>
        </p:nvSpPr>
        <p:spPr>
          <a:xfrm>
            <a:off x="5514022" y="3798535"/>
            <a:ext cx="6094520" cy="1865126"/>
          </a:xfrm>
          <a:prstGeom prst="rect">
            <a:avLst/>
          </a:prstGeom>
          <a:noFill/>
        </p:spPr>
        <p:txBody>
          <a:bodyPr wrap="square">
            <a:spAutoFit/>
          </a:bodyPr>
          <a:lstStyle/>
          <a:p>
            <a:pPr algn="just">
              <a:lnSpc>
                <a:spcPct val="120000"/>
              </a:lnSpc>
              <a:spcBef>
                <a:spcPts val="0"/>
              </a:spcBef>
              <a:buNone/>
            </a:pPr>
            <a:r>
              <a:rPr lang="en-US" altLang="zh-CN" sz="2400" b="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9.</a:t>
            </a:r>
            <a:r>
              <a:rPr lang="zh-CN" altLang="en-US" sz="2400" b="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分配律：</a:t>
            </a:r>
            <a:r>
              <a:rPr lang="en-US" altLang="zh-CN" sz="2400" b="0" i="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400" b="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2400" b="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400" b="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2400" b="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a:t>
            </a:r>
            <a:endParaRPr lang="en-US" altLang="zh-CN" sz="2400" b="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20000"/>
              </a:lnSpc>
              <a:spcBef>
                <a:spcPts val="0"/>
              </a:spcBef>
              <a:buNone/>
            </a:pPr>
            <a:r>
              <a:rPr lang="en-US" altLang="zh-CN" sz="2400" b="0"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                                     </a:t>
            </a:r>
            <a:r>
              <a:rPr lang="en-US" altLang="zh-CN" sz="2400" b="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对∧的分配律</a:t>
            </a:r>
            <a:r>
              <a:rPr lang="en-US" altLang="zh-CN" sz="2400" b="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p>
          <a:p>
            <a:pPr algn="just">
              <a:lnSpc>
                <a:spcPct val="120000"/>
              </a:lnSpc>
              <a:spcBef>
                <a:spcPts val="0"/>
              </a:spcBef>
              <a:buNone/>
            </a:pPr>
            <a:r>
              <a:rPr lang="en-US" altLang="zh-CN" sz="2400" b="0" i="1"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a:t>
            </a:r>
            <a:r>
              <a:rPr lang="en-US" altLang="zh-CN" sz="2400" b="0"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400" b="0"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2400" b="0"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400" b="0"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2400" b="0"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p>
          <a:p>
            <a:pPr algn="just">
              <a:lnSpc>
                <a:spcPct val="120000"/>
              </a:lnSpc>
              <a:spcBef>
                <a:spcPts val="0"/>
              </a:spcBef>
              <a:buNone/>
            </a:pPr>
            <a:r>
              <a:rPr lang="en-US" altLang="zh-CN" sz="2400" b="0" dirty="0">
                <a:solidFill>
                  <a:srgbClr val="FF7C8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                                     </a:t>
            </a:r>
            <a:r>
              <a:rPr lang="en-US" altLang="zh-CN" sz="2400" b="0"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0"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对∨的分配律</a:t>
            </a:r>
            <a:r>
              <a:rPr lang="en-US" altLang="zh-CN" sz="2400" b="0"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3" name="矩形 2"/>
          <p:cNvSpPr/>
          <p:nvPr/>
        </p:nvSpPr>
        <p:spPr>
          <a:xfrm>
            <a:off x="5643397" y="5692385"/>
            <a:ext cx="5827236" cy="461665"/>
          </a:xfrm>
          <a:prstGeom prst="rect">
            <a:avLst/>
          </a:prstGeom>
        </p:spPr>
        <p:txBody>
          <a:bodyPr wrap="none">
            <a:spAutoFit/>
          </a:bodyPr>
          <a:lstStyle/>
          <a:p>
            <a:pPr algn="just">
              <a:spcBef>
                <a:spcPts val="1200"/>
              </a:spcBef>
              <a:buNone/>
            </a:pPr>
            <a:r>
              <a:rPr lang="en-US" altLang="zh-CN" sz="2400" b="0"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10. </a:t>
            </a:r>
            <a:r>
              <a:rPr lang="zh-CN" altLang="en-US" sz="2400" b="0"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吸收律：</a:t>
            </a:r>
            <a:r>
              <a:rPr lang="en-US" altLang="zh-CN" sz="2400" b="0" i="1"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A</a:t>
            </a:r>
            <a:r>
              <a:rPr lang="en-US" altLang="zh-CN" sz="2400" b="0"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a:t>
            </a:r>
            <a:r>
              <a:rPr lang="en-US" altLang="zh-CN" sz="2400" b="0" i="1"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A</a:t>
            </a:r>
            <a:r>
              <a:rPr lang="en-US" altLang="zh-CN" sz="2400" b="0"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a:t>
            </a:r>
            <a:r>
              <a:rPr lang="en-US" altLang="zh-CN" sz="2400" b="0" i="1"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B</a:t>
            </a:r>
            <a:r>
              <a:rPr lang="en-US" altLang="zh-CN" sz="2400" b="0"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 = </a:t>
            </a:r>
            <a:r>
              <a:rPr lang="en-US" altLang="zh-CN" sz="2400" b="0" i="1"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A</a:t>
            </a:r>
            <a:r>
              <a:rPr lang="en-US" altLang="zh-CN" sz="2400" b="0"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 </a:t>
            </a:r>
            <a:r>
              <a:rPr lang="en-US" altLang="zh-CN" sz="2400" b="0" i="1" dirty="0">
                <a:solidFill>
                  <a:srgbClr val="FF7C8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A</a:t>
            </a:r>
            <a:r>
              <a:rPr lang="en-US" altLang="zh-CN" sz="2400" b="0" dirty="0">
                <a:solidFill>
                  <a:srgbClr val="FF7C8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a:t>
            </a:r>
            <a:r>
              <a:rPr lang="en-US" altLang="zh-CN" sz="2400" b="0" i="1" dirty="0">
                <a:solidFill>
                  <a:srgbClr val="FF7C8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A</a:t>
            </a:r>
            <a:r>
              <a:rPr lang="en-US" altLang="zh-CN" sz="2400" b="0" dirty="0">
                <a:solidFill>
                  <a:srgbClr val="FF7C8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a:t>
            </a:r>
            <a:r>
              <a:rPr lang="en-US" altLang="zh-CN" sz="2400" b="0" i="1" dirty="0">
                <a:solidFill>
                  <a:srgbClr val="FF7C8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B</a:t>
            </a:r>
            <a:r>
              <a:rPr lang="en-US" altLang="zh-CN" sz="2400" b="0" dirty="0">
                <a:solidFill>
                  <a:srgbClr val="FF7C8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 = </a:t>
            </a:r>
            <a:r>
              <a:rPr lang="en-US" altLang="zh-CN" sz="2400" b="0" i="1" dirty="0">
                <a:solidFill>
                  <a:srgbClr val="FF7C8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21">
                                            <p:txEl>
                                              <p:pRg st="0" end="0"/>
                                            </p:txEl>
                                          </p:spTgt>
                                        </p:tgtEl>
                                        <p:attrNameLst>
                                          <p:attrName>style.visibility</p:attrName>
                                        </p:attrNameLst>
                                      </p:cBhvr>
                                      <p:to>
                                        <p:strVal val="visible"/>
                                      </p:to>
                                    </p:set>
                                    <p:animEffect transition="in" filter="barn(outVertical)">
                                      <p:cBhvr>
                                        <p:cTn id="12" dur="500"/>
                                        <p:tgtEl>
                                          <p:spTgt spid="2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grpId="0" nodeType="clickEffect">
                                  <p:stCondLst>
                                    <p:cond delay="0"/>
                                  </p:stCondLst>
                                  <p:childTnLst>
                                    <p:set>
                                      <p:cBhvr>
                                        <p:cTn id="16" dur="1" fill="hold">
                                          <p:stCondLst>
                                            <p:cond delay="0"/>
                                          </p:stCondLst>
                                        </p:cTn>
                                        <p:tgtEl>
                                          <p:spTgt spid="21">
                                            <p:txEl>
                                              <p:pRg st="1" end="1"/>
                                            </p:txEl>
                                          </p:spTgt>
                                        </p:tgtEl>
                                        <p:attrNameLst>
                                          <p:attrName>style.visibility</p:attrName>
                                        </p:attrNameLst>
                                      </p:cBhvr>
                                      <p:to>
                                        <p:strVal val="visible"/>
                                      </p:to>
                                    </p:set>
                                    <p:animEffect transition="in" filter="barn(outVertical)">
                                      <p:cBhvr>
                                        <p:cTn id="17" dur="500"/>
                                        <p:tgtEl>
                                          <p:spTgt spid="21">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37" fill="hold" grpId="0" nodeType="clickEffect">
                                  <p:stCondLst>
                                    <p:cond delay="0"/>
                                  </p:stCondLst>
                                  <p:childTnLst>
                                    <p:set>
                                      <p:cBhvr>
                                        <p:cTn id="21" dur="1" fill="hold">
                                          <p:stCondLst>
                                            <p:cond delay="0"/>
                                          </p:stCondLst>
                                        </p:cTn>
                                        <p:tgtEl>
                                          <p:spTgt spid="21">
                                            <p:txEl>
                                              <p:pRg st="2" end="2"/>
                                            </p:txEl>
                                          </p:spTgt>
                                        </p:tgtEl>
                                        <p:attrNameLst>
                                          <p:attrName>style.visibility</p:attrName>
                                        </p:attrNameLst>
                                      </p:cBhvr>
                                      <p:to>
                                        <p:strVal val="visible"/>
                                      </p:to>
                                    </p:set>
                                    <p:animEffect transition="in" filter="barn(outVertical)">
                                      <p:cBhvr>
                                        <p:cTn id="22" dur="500"/>
                                        <p:tgtEl>
                                          <p:spTgt spid="21">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37" fill="hold" grpId="0" nodeType="clickEffect">
                                  <p:stCondLst>
                                    <p:cond delay="0"/>
                                  </p:stCondLst>
                                  <p:childTnLst>
                                    <p:set>
                                      <p:cBhvr>
                                        <p:cTn id="26" dur="1" fill="hold">
                                          <p:stCondLst>
                                            <p:cond delay="0"/>
                                          </p:stCondLst>
                                        </p:cTn>
                                        <p:tgtEl>
                                          <p:spTgt spid="21">
                                            <p:txEl>
                                              <p:pRg st="3" end="3"/>
                                            </p:txEl>
                                          </p:spTgt>
                                        </p:tgtEl>
                                        <p:attrNameLst>
                                          <p:attrName>style.visibility</p:attrName>
                                        </p:attrNameLst>
                                      </p:cBhvr>
                                      <p:to>
                                        <p:strVal val="visible"/>
                                      </p:to>
                                    </p:set>
                                    <p:animEffect transition="in" filter="barn(outVertical)">
                                      <p:cBhvr>
                                        <p:cTn id="27" dur="500"/>
                                        <p:tgtEl>
                                          <p:spTgt spid="21">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37" fill="hold" grpId="0" nodeType="clickEffect">
                                  <p:stCondLst>
                                    <p:cond delay="0"/>
                                  </p:stCondLst>
                                  <p:childTnLst>
                                    <p:set>
                                      <p:cBhvr>
                                        <p:cTn id="31" dur="1" fill="hold">
                                          <p:stCondLst>
                                            <p:cond delay="0"/>
                                          </p:stCondLst>
                                        </p:cTn>
                                        <p:tgtEl>
                                          <p:spTgt spid="21">
                                            <p:txEl>
                                              <p:pRg st="4" end="4"/>
                                            </p:txEl>
                                          </p:spTgt>
                                        </p:tgtEl>
                                        <p:attrNameLst>
                                          <p:attrName>style.visibility</p:attrName>
                                        </p:attrNameLst>
                                      </p:cBhvr>
                                      <p:to>
                                        <p:strVal val="visible"/>
                                      </p:to>
                                    </p:set>
                                    <p:animEffect transition="in" filter="barn(outVertical)">
                                      <p:cBhvr>
                                        <p:cTn id="32" dur="500"/>
                                        <p:tgtEl>
                                          <p:spTgt spid="21">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37" fill="hold" grpId="0" nodeType="clickEffect">
                                  <p:stCondLst>
                                    <p:cond delay="0"/>
                                  </p:stCondLst>
                                  <p:childTnLst>
                                    <p:set>
                                      <p:cBhvr>
                                        <p:cTn id="36" dur="1" fill="hold">
                                          <p:stCondLst>
                                            <p:cond delay="0"/>
                                          </p:stCondLst>
                                        </p:cTn>
                                        <p:tgtEl>
                                          <p:spTgt spid="21">
                                            <p:txEl>
                                              <p:pRg st="5" end="5"/>
                                            </p:txEl>
                                          </p:spTgt>
                                        </p:tgtEl>
                                        <p:attrNameLst>
                                          <p:attrName>style.visibility</p:attrName>
                                        </p:attrNameLst>
                                      </p:cBhvr>
                                      <p:to>
                                        <p:strVal val="visible"/>
                                      </p:to>
                                    </p:set>
                                    <p:animEffect transition="in" filter="barn(outVertical)">
                                      <p:cBhvr>
                                        <p:cTn id="37" dur="500"/>
                                        <p:tgtEl>
                                          <p:spTgt spid="21">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37" fill="hold" grpId="0" nodeType="clickEffect">
                                  <p:stCondLst>
                                    <p:cond delay="0"/>
                                  </p:stCondLst>
                                  <p:childTnLst>
                                    <p:set>
                                      <p:cBhvr>
                                        <p:cTn id="41" dur="1" fill="hold">
                                          <p:stCondLst>
                                            <p:cond delay="0"/>
                                          </p:stCondLst>
                                        </p:cTn>
                                        <p:tgtEl>
                                          <p:spTgt spid="21">
                                            <p:txEl>
                                              <p:pRg st="6" end="6"/>
                                            </p:txEl>
                                          </p:spTgt>
                                        </p:tgtEl>
                                        <p:attrNameLst>
                                          <p:attrName>style.visibility</p:attrName>
                                        </p:attrNameLst>
                                      </p:cBhvr>
                                      <p:to>
                                        <p:strVal val="visible"/>
                                      </p:to>
                                    </p:set>
                                    <p:animEffect transition="in" filter="barn(outVertical)">
                                      <p:cBhvr>
                                        <p:cTn id="42" dur="500"/>
                                        <p:tgtEl>
                                          <p:spTgt spid="21">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wipe(left)">
                                      <p:cBhvr>
                                        <p:cTn id="47" dur="500"/>
                                        <p:tgtEl>
                                          <p:spTgt spid="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wipe(up)">
                                      <p:cBhvr>
                                        <p:cTn id="52" dur="500"/>
                                        <p:tgtEl>
                                          <p:spTgt spid="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10"/>
                                        </p:tgtEl>
                                        <p:attrNameLst>
                                          <p:attrName>style.visibility</p:attrName>
                                        </p:attrNameLst>
                                      </p:cBhvr>
                                      <p:to>
                                        <p:strVal val="visible"/>
                                      </p:to>
                                    </p:set>
                                    <p:animEffect transition="in" filter="wipe(up)">
                                      <p:cBhvr>
                                        <p:cTn id="57" dur="500"/>
                                        <p:tgtEl>
                                          <p:spTgt spid="10"/>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3"/>
                                        </p:tgtEl>
                                        <p:attrNameLst>
                                          <p:attrName>style.visibility</p:attrName>
                                        </p:attrNameLst>
                                      </p:cBhvr>
                                      <p:to>
                                        <p:strVal val="visible"/>
                                      </p:to>
                                    </p:set>
                                    <p:animEffect transition="in" filter="wipe(up)">
                                      <p:cBhvr>
                                        <p:cTn id="6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autoUpdateAnimBg="0"/>
      <p:bldP spid="2" grpId="0"/>
      <p:bldP spid="6" grpId="0"/>
      <p:bldP spid="8" grpId="0"/>
      <p:bldP spid="10" grpId="0"/>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5"/>
          <p:cNvSpPr txBox="1">
            <a:spLocks noChangeArrowheads="1"/>
          </p:cNvSpPr>
          <p:nvPr/>
        </p:nvSpPr>
        <p:spPr bwMode="auto">
          <a:xfrm>
            <a:off x="1090712" y="2492896"/>
            <a:ext cx="982982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har char="•"/>
              <a:defRPr sz="3200">
                <a:solidFill>
                  <a:schemeClr val="bg1"/>
                </a:solidFill>
                <a:latin typeface="Arial" panose="020B0604020202020204" pitchFamily="34" charset="0"/>
                <a:ea typeface="宋体" panose="02010600030101010101" pitchFamily="2" charset="-122"/>
              </a:defRPr>
            </a:lvl1pPr>
            <a:lvl2pPr>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a:spcBef>
                <a:spcPts val="1200"/>
              </a:spcBef>
              <a:buNone/>
            </a:pP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11.</a:t>
            </a: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德摩根律：┐</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0"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400" b="0"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400" b="0" i="1"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t>
            </a:r>
          </a:p>
        </p:txBody>
      </p:sp>
      <p:sp>
        <p:nvSpPr>
          <p:cNvPr id="5" name="Text Box 5"/>
          <p:cNvSpPr txBox="1">
            <a:spLocks noChangeArrowheads="1"/>
          </p:cNvSpPr>
          <p:nvPr/>
        </p:nvSpPr>
        <p:spPr bwMode="auto">
          <a:xfrm>
            <a:off x="623392" y="3068960"/>
            <a:ext cx="6340797" cy="28300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har char="•"/>
              <a:defRPr sz="3200">
                <a:solidFill>
                  <a:schemeClr val="bg1"/>
                </a:solidFill>
                <a:latin typeface="Arial" panose="020B0604020202020204" pitchFamily="34" charset="0"/>
                <a:ea typeface="宋体" panose="02010600030101010101" pitchFamily="2" charset="-122"/>
              </a:defRPr>
            </a:lvl1pPr>
            <a:lvl2pPr>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lvl="1" algn="just">
              <a:lnSpc>
                <a:spcPct val="110000"/>
              </a:lnSpc>
              <a:spcBef>
                <a:spcPct val="50000"/>
              </a:spcBef>
              <a:buNone/>
            </a:pP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12. </a:t>
            </a: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蕴含等值式：</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 </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t>
            </a:r>
          </a:p>
          <a:p>
            <a:pPr lvl="1" algn="just">
              <a:lnSpc>
                <a:spcPct val="110000"/>
              </a:lnSpc>
              <a:spcBef>
                <a:spcPct val="50000"/>
              </a:spcBef>
              <a:buNone/>
            </a:pP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13.</a:t>
            </a: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假言易位</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 </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p>
          <a:p>
            <a:pPr lvl="1" algn="just">
              <a:lnSpc>
                <a:spcPct val="110000"/>
              </a:lnSpc>
              <a:spcBef>
                <a:spcPct val="50000"/>
              </a:spcBef>
              <a:buNone/>
            </a:pP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14.</a:t>
            </a: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等价等值式</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p>
          <a:p>
            <a:pPr lvl="1" algn="just" eaLnBrk="1" hangingPunct="1">
              <a:lnSpc>
                <a:spcPct val="110000"/>
              </a:lnSpc>
              <a:spcBef>
                <a:spcPct val="50000"/>
              </a:spcBef>
              <a:buFontTx/>
              <a:buNone/>
            </a:pPr>
            <a:r>
              <a:rPr lang="en-US" altLang="zh-CN" sz="2400" b="0" dirty="0">
                <a:solidFill>
                  <a:schemeClr val="bg1">
                    <a:lumMod val="75000"/>
                  </a:schemeClr>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15. </a:t>
            </a:r>
            <a:r>
              <a:rPr lang="zh-CN" altLang="en-US" sz="2400" b="0" dirty="0">
                <a:solidFill>
                  <a:schemeClr val="bg1">
                    <a:lumMod val="75000"/>
                  </a:schemeClr>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等价否定等值式</a:t>
            </a:r>
            <a:r>
              <a:rPr lang="en-US" altLang="zh-CN" sz="2400" b="0" dirty="0">
                <a:solidFill>
                  <a:schemeClr val="bg1">
                    <a:lumMod val="75000"/>
                  </a:schemeClr>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0" i="1" dirty="0">
                <a:solidFill>
                  <a:schemeClr val="bg1">
                    <a:lumMod val="75000"/>
                  </a:schemeClr>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solidFill>
                  <a:schemeClr val="bg1">
                    <a:lumMod val="75000"/>
                  </a:schemeClr>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solidFill>
                  <a:schemeClr val="bg1">
                    <a:lumMod val="75000"/>
                  </a:schemeClr>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 </a:t>
            </a:r>
            <a:r>
              <a:rPr lang="en-US" altLang="zh-CN" sz="2400" b="0" dirty="0">
                <a:solidFill>
                  <a:schemeClr val="bg1">
                    <a:lumMod val="75000"/>
                  </a:schemeClr>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0" i="1" dirty="0">
                <a:solidFill>
                  <a:schemeClr val="bg1">
                    <a:lumMod val="75000"/>
                  </a:schemeClr>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solidFill>
                  <a:schemeClr val="bg1">
                    <a:lumMod val="75000"/>
                  </a:schemeClr>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solidFill>
                  <a:schemeClr val="bg1">
                    <a:lumMod val="75000"/>
                  </a:schemeClr>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t>
            </a:r>
          </a:p>
          <a:p>
            <a:pPr lvl="1" algn="just" eaLnBrk="1" hangingPunct="1">
              <a:lnSpc>
                <a:spcPct val="110000"/>
              </a:lnSpc>
              <a:spcBef>
                <a:spcPct val="50000"/>
              </a:spcBef>
              <a:buFontTx/>
              <a:buNone/>
            </a:pPr>
            <a:r>
              <a:rPr lang="en-US" altLang="zh-CN" sz="2400" b="0" dirty="0">
                <a:solidFill>
                  <a:schemeClr val="bg1">
                    <a:lumMod val="75000"/>
                  </a:schemeClr>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16. </a:t>
            </a:r>
            <a:r>
              <a:rPr lang="zh-CN" altLang="en-US" sz="2400" b="0" dirty="0">
                <a:solidFill>
                  <a:schemeClr val="bg1">
                    <a:lumMod val="75000"/>
                  </a:schemeClr>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归谬论</a:t>
            </a:r>
            <a:r>
              <a:rPr lang="en-US" altLang="zh-CN" sz="2400" b="0" dirty="0">
                <a:solidFill>
                  <a:schemeClr val="bg1">
                    <a:lumMod val="75000"/>
                  </a:schemeClr>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0" i="1" dirty="0">
                <a:solidFill>
                  <a:schemeClr val="bg1">
                    <a:lumMod val="75000"/>
                  </a:schemeClr>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solidFill>
                  <a:schemeClr val="bg1">
                    <a:lumMod val="75000"/>
                  </a:schemeClr>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solidFill>
                  <a:schemeClr val="bg1">
                    <a:lumMod val="75000"/>
                  </a:schemeClr>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400" b="0" dirty="0">
                <a:solidFill>
                  <a:schemeClr val="bg1">
                    <a:lumMod val="75000"/>
                  </a:schemeClr>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solidFill>
                  <a:schemeClr val="bg1">
                    <a:lumMod val="75000"/>
                  </a:schemeClr>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solidFill>
                  <a:schemeClr val="bg1">
                    <a:lumMod val="75000"/>
                  </a:schemeClr>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solidFill>
                  <a:schemeClr val="bg1">
                    <a:lumMod val="75000"/>
                  </a:schemeClr>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400" b="0" dirty="0">
                <a:solidFill>
                  <a:schemeClr val="bg1">
                    <a:lumMod val="75000"/>
                  </a:schemeClr>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400" b="0" i="1" dirty="0">
                <a:solidFill>
                  <a:schemeClr val="bg1">
                    <a:lumMod val="75000"/>
                  </a:schemeClr>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p>
        </p:txBody>
      </p:sp>
      <p:sp>
        <p:nvSpPr>
          <p:cNvPr id="2" name="Rectangle 3"/>
          <p:cNvSpPr>
            <a:spLocks noChangeArrowheads="1"/>
          </p:cNvSpPr>
          <p:nvPr/>
        </p:nvSpPr>
        <p:spPr bwMode="auto">
          <a:xfrm>
            <a:off x="5287964" y="404813"/>
            <a:ext cx="4891087" cy="646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3.2.2 </a:t>
            </a:r>
            <a:r>
              <a:rPr lang="zh-CN" altLang="en-US"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等值演算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barn(outVertical)">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barn(outVertical)">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barn(outVertical)">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37" fill="hold" grpId="0"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barn(outVertical)">
                                      <p:cBhvr>
                                        <p:cTn id="22" dur="50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37" fill="hold" grpId="0"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barn(outVertical)">
                                      <p:cBhvr>
                                        <p:cTn id="27" dur="500"/>
                                        <p:tgtEl>
                                          <p:spTgt spid="5">
                                            <p:txEl>
                                              <p:pRg st="3" end="3"/>
                                            </p:txEl>
                                          </p:spTgt>
                                        </p:tgtEl>
                                      </p:cBhvr>
                                    </p:animEffect>
                                  </p:childTnLst>
                                </p:cTn>
                              </p:par>
                            </p:childTnLst>
                          </p:cTn>
                        </p:par>
                        <p:par>
                          <p:cTn id="28" fill="hold">
                            <p:stCondLst>
                              <p:cond delay="500"/>
                            </p:stCondLst>
                            <p:childTnLst>
                              <p:par>
                                <p:cTn id="29" presetID="16" presetClass="entr" presetSubtype="37" fill="hold" grpId="0" nodeType="after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Effect transition="in" filter="barn(outVertical)">
                                      <p:cBhvr>
                                        <p:cTn id="31"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autoUpdateAnimBg="0"/>
      <p:bldP spid="5" grpId="0" uiExpand="1"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5" name="Text Box 5"/>
          <p:cNvSpPr txBox="1">
            <a:spLocks noChangeArrowheads="1"/>
          </p:cNvSpPr>
          <p:nvPr/>
        </p:nvSpPr>
        <p:spPr bwMode="auto">
          <a:xfrm>
            <a:off x="1055440" y="2525940"/>
            <a:ext cx="9577064"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marL="342900" indent="-342900" eaLnBrk="1" hangingPunct="1">
              <a:lnSpc>
                <a:spcPct val="150000"/>
              </a:lnSpc>
              <a:spcBef>
                <a:spcPts val="0"/>
              </a:spcBef>
              <a:buClr>
                <a:srgbClr val="FFC000"/>
              </a:buClr>
              <a:buSzPct val="80000"/>
              <a:buFont typeface="Wingdings" panose="05000000000000000000" pitchFamily="2" charset="2"/>
              <a:buChar char="p"/>
            </a:pP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利用这</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16</a:t>
            </a: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组</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24</a:t>
            </a: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个等值式可以推演出更多的等值式。</a:t>
            </a:r>
            <a:endPar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eaLnBrk="1" hangingPunct="1">
              <a:lnSpc>
                <a:spcPct val="150000"/>
              </a:lnSpc>
              <a:spcBef>
                <a:spcPts val="0"/>
              </a:spcBef>
              <a:buClr>
                <a:srgbClr val="FFC000"/>
              </a:buClr>
              <a:buSzPct val="80000"/>
              <a:buFont typeface="Wingdings" panose="05000000000000000000" pitchFamily="2" charset="2"/>
              <a:buChar char="p"/>
            </a:pP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由已知的等值式推演出另一些等值式的过程称为等值演算。</a:t>
            </a:r>
            <a:endPar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eaLnBrk="1" hangingPunct="1">
              <a:lnSpc>
                <a:spcPct val="150000"/>
              </a:lnSpc>
              <a:spcBef>
                <a:spcPts val="0"/>
              </a:spcBef>
              <a:buClr>
                <a:srgbClr val="FFC000"/>
              </a:buClr>
              <a:buSzPct val="80000"/>
              <a:buFont typeface="Wingdings" panose="05000000000000000000" pitchFamily="2" charset="2"/>
              <a:buChar char="p"/>
            </a:pP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在等值演算中</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经常用到如下置换规则。</a:t>
            </a:r>
          </a:p>
        </p:txBody>
      </p:sp>
      <p:sp>
        <p:nvSpPr>
          <p:cNvPr id="23555" name="Rectangle 11"/>
          <p:cNvSpPr>
            <a:spLocks noGrp="1" noChangeArrowheads="1"/>
          </p:cNvSpPr>
          <p:nvPr>
            <p:ph type="title" idx="4294967295"/>
          </p:nvPr>
        </p:nvSpPr>
        <p:spPr>
          <a:xfrm>
            <a:off x="479376" y="1684152"/>
            <a:ext cx="3267075" cy="52322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457200" indent="-457200" algn="l" eaLnBrk="1" hangingPunct="1">
              <a:spcBef>
                <a:spcPct val="50000"/>
              </a:spcBef>
              <a:buClr>
                <a:srgbClr val="FFC000"/>
              </a:buClr>
              <a:buSzPct val="80000"/>
              <a:buFont typeface="Wingdings" panose="05000000000000000000" pitchFamily="2" charset="2"/>
              <a:buChar char="n"/>
            </a:pPr>
            <a:r>
              <a:rPr kumimoji="1" lang="zh-CN" altLang="en-US" sz="280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等值演算</a:t>
            </a:r>
          </a:p>
        </p:txBody>
      </p:sp>
      <p:sp>
        <p:nvSpPr>
          <p:cNvPr id="2" name="Rectangle 3"/>
          <p:cNvSpPr>
            <a:spLocks noChangeArrowheads="1"/>
          </p:cNvSpPr>
          <p:nvPr/>
        </p:nvSpPr>
        <p:spPr bwMode="auto">
          <a:xfrm>
            <a:off x="5287964" y="404813"/>
            <a:ext cx="4891087" cy="646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3.2.2 </a:t>
            </a:r>
            <a:r>
              <a:rPr lang="zh-CN" altLang="en-US"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等值演算</a:t>
            </a:r>
          </a:p>
        </p:txBody>
      </p:sp>
      <p:sp>
        <p:nvSpPr>
          <p:cNvPr id="8" name="Text Box 5"/>
          <p:cNvSpPr txBox="1">
            <a:spLocks noChangeArrowheads="1"/>
          </p:cNvSpPr>
          <p:nvPr/>
        </p:nvSpPr>
        <p:spPr bwMode="auto">
          <a:xfrm>
            <a:off x="1023838" y="4365104"/>
            <a:ext cx="10112721"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eaLnBrk="1" hangingPunct="1">
              <a:lnSpc>
                <a:spcPct val="150000"/>
              </a:lnSpc>
              <a:spcBef>
                <a:spcPts val="0"/>
              </a:spcBef>
              <a:buFontTx/>
              <a:buNone/>
            </a:pPr>
            <a:r>
              <a:rPr lang="zh-CN" altLang="en-US" sz="24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置换规则</a:t>
            </a:r>
            <a:r>
              <a:rPr lang="en-US" altLang="zh-CN" sz="24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设</a:t>
            </a:r>
            <a:r>
              <a:rPr lang="en-US" altLang="zh-CN" sz="2400" b="0" i="1"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Φ</a:t>
            </a:r>
            <a:r>
              <a:rPr lang="en-US" altLang="zh-CN" sz="24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是含公式</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的命题公式</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0" i="1"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Φ</a:t>
            </a:r>
            <a:r>
              <a:rPr lang="en-US" altLang="zh-CN" sz="24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4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是用公式</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置换了</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Φ</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中所有的</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后所得的公式。</a:t>
            </a:r>
            <a:endPar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gn="ctr" eaLnBrk="1" hangingPunct="1">
              <a:lnSpc>
                <a:spcPct val="150000"/>
              </a:lnSpc>
              <a:spcBef>
                <a:spcPts val="0"/>
              </a:spcBef>
              <a:buFontTx/>
              <a:buNone/>
            </a:pPr>
            <a:r>
              <a:rPr lang="zh-CN" altLang="en-US" sz="24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若</a:t>
            </a:r>
            <a:r>
              <a:rPr lang="en-US" altLang="zh-CN" sz="2400" b="0" i="1"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4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则</a:t>
            </a:r>
            <a:r>
              <a:rPr lang="en-US" altLang="zh-CN" sz="2400" b="0" i="1"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Φ</a:t>
            </a:r>
            <a:r>
              <a:rPr lang="en-US" altLang="zh-CN" sz="24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4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Φ</a:t>
            </a:r>
            <a:r>
              <a:rPr lang="en-US" altLang="zh-CN" sz="24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107525">
                                            <p:txEl>
                                              <p:pRg st="0" end="0"/>
                                            </p:txEl>
                                          </p:spTgt>
                                        </p:tgtEl>
                                        <p:attrNameLst>
                                          <p:attrName>style.visibility</p:attrName>
                                        </p:attrNameLst>
                                      </p:cBhvr>
                                      <p:to>
                                        <p:strVal val="visible"/>
                                      </p:to>
                                    </p:set>
                                    <p:animEffect transition="in" filter="barn(outVertical)">
                                      <p:cBhvr>
                                        <p:cTn id="7" dur="500"/>
                                        <p:tgtEl>
                                          <p:spTgt spid="10752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107525">
                                            <p:txEl>
                                              <p:pRg st="1" end="1"/>
                                            </p:txEl>
                                          </p:spTgt>
                                        </p:tgtEl>
                                        <p:attrNameLst>
                                          <p:attrName>style.visibility</p:attrName>
                                        </p:attrNameLst>
                                      </p:cBhvr>
                                      <p:to>
                                        <p:strVal val="visible"/>
                                      </p:to>
                                    </p:set>
                                    <p:animEffect transition="in" filter="barn(outVertical)">
                                      <p:cBhvr>
                                        <p:cTn id="12" dur="500"/>
                                        <p:tgtEl>
                                          <p:spTgt spid="10752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grpId="0" nodeType="clickEffect">
                                  <p:stCondLst>
                                    <p:cond delay="0"/>
                                  </p:stCondLst>
                                  <p:childTnLst>
                                    <p:set>
                                      <p:cBhvr>
                                        <p:cTn id="16" dur="1" fill="hold">
                                          <p:stCondLst>
                                            <p:cond delay="0"/>
                                          </p:stCondLst>
                                        </p:cTn>
                                        <p:tgtEl>
                                          <p:spTgt spid="107525">
                                            <p:txEl>
                                              <p:pRg st="2" end="2"/>
                                            </p:txEl>
                                          </p:spTgt>
                                        </p:tgtEl>
                                        <p:attrNameLst>
                                          <p:attrName>style.visibility</p:attrName>
                                        </p:attrNameLst>
                                      </p:cBhvr>
                                      <p:to>
                                        <p:strVal val="visible"/>
                                      </p:to>
                                    </p:set>
                                    <p:animEffect transition="in" filter="barn(outVertical)">
                                      <p:cBhvr>
                                        <p:cTn id="17" dur="500"/>
                                        <p:tgtEl>
                                          <p:spTgt spid="10752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37" fill="hold" grpId="0" nodeType="clickEffect">
                                  <p:stCondLst>
                                    <p:cond delay="0"/>
                                  </p:stCondLst>
                                  <p:childTnLst>
                                    <p:set>
                                      <p:cBhvr>
                                        <p:cTn id="21" dur="1" fill="hold">
                                          <p:stCondLst>
                                            <p:cond delay="0"/>
                                          </p:stCondLst>
                                        </p:cTn>
                                        <p:tgtEl>
                                          <p:spTgt spid="8">
                                            <p:txEl>
                                              <p:pRg st="0" end="0"/>
                                            </p:txEl>
                                          </p:spTgt>
                                        </p:tgtEl>
                                        <p:attrNameLst>
                                          <p:attrName>style.visibility</p:attrName>
                                        </p:attrNameLst>
                                      </p:cBhvr>
                                      <p:to>
                                        <p:strVal val="visible"/>
                                      </p:to>
                                    </p:set>
                                    <p:animEffect transition="in" filter="barn(outVertical)">
                                      <p:cBhvr>
                                        <p:cTn id="22" dur="500"/>
                                        <p:tgtEl>
                                          <p:spTgt spid="8">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37" fill="hold" grpId="0" nodeType="clickEffect">
                                  <p:stCondLst>
                                    <p:cond delay="0"/>
                                  </p:stCondLst>
                                  <p:childTnLst>
                                    <p:set>
                                      <p:cBhvr>
                                        <p:cTn id="26" dur="1" fill="hold">
                                          <p:stCondLst>
                                            <p:cond delay="0"/>
                                          </p:stCondLst>
                                        </p:cTn>
                                        <p:tgtEl>
                                          <p:spTgt spid="8">
                                            <p:txEl>
                                              <p:pRg st="1" end="1"/>
                                            </p:txEl>
                                          </p:spTgt>
                                        </p:tgtEl>
                                        <p:attrNameLst>
                                          <p:attrName>style.visibility</p:attrName>
                                        </p:attrNameLst>
                                      </p:cBhvr>
                                      <p:to>
                                        <p:strVal val="visible"/>
                                      </p:to>
                                    </p:set>
                                    <p:animEffect transition="in" filter="barn(outVertical)">
                                      <p:cBhvr>
                                        <p:cTn id="27" dur="5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5" grpId="0" build="p" autoUpdateAnimBg="0"/>
      <p:bldP spid="8" grpId="0" build="p"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9" name="Text Box 5"/>
          <p:cNvSpPr txBox="1">
            <a:spLocks noChangeArrowheads="1"/>
          </p:cNvSpPr>
          <p:nvPr/>
        </p:nvSpPr>
        <p:spPr bwMode="auto">
          <a:xfrm>
            <a:off x="839416" y="2151704"/>
            <a:ext cx="9937104"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eaLnBrk="1" hangingPunct="1">
              <a:lnSpc>
                <a:spcPct val="150000"/>
              </a:lnSpc>
              <a:spcBef>
                <a:spcPct val="0"/>
              </a:spcBef>
              <a:buFontTx/>
              <a:buNone/>
            </a:pPr>
            <a:r>
              <a:rPr lang="zh-CN" altLang="en-US" sz="2400" b="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例如</a:t>
            </a:r>
            <a:r>
              <a:rPr lang="en-US" altLang="zh-CN" sz="2400" b="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对公式</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如果用┐</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zh-CN" altLang="en-US"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置换其中的</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则得</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endPar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gn="just" eaLnBrk="1" hangingPunct="1">
              <a:lnSpc>
                <a:spcPct val="150000"/>
              </a:lnSpc>
              <a:spcBef>
                <a:spcPct val="0"/>
              </a:spcBef>
              <a:buFontTx/>
              <a:buNone/>
            </a:pPr>
            <a:r>
              <a:rPr lang="zh-CN" altLang="en-US"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由于</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故 </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endParaRPr lang="zh-CN" altLang="en-US"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gn="just" eaLnBrk="1" hangingPunct="1">
              <a:lnSpc>
                <a:spcPct val="150000"/>
              </a:lnSpc>
              <a:spcBef>
                <a:spcPct val="0"/>
              </a:spcBef>
              <a:buFontTx/>
              <a:buNone/>
            </a:pPr>
            <a:r>
              <a:rPr lang="zh-CN" altLang="en-US"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类似地</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可进行如下等值演算：</a:t>
            </a:r>
          </a:p>
        </p:txBody>
      </p:sp>
      <p:sp>
        <p:nvSpPr>
          <p:cNvPr id="108550" name="Text Box 6"/>
          <p:cNvSpPr txBox="1">
            <a:spLocks noChangeArrowheads="1"/>
          </p:cNvSpPr>
          <p:nvPr/>
        </p:nvSpPr>
        <p:spPr bwMode="auto">
          <a:xfrm>
            <a:off x="1199456" y="3746647"/>
            <a:ext cx="3642967" cy="184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eaLnBrk="1" hangingPunct="1">
              <a:lnSpc>
                <a:spcPct val="120000"/>
              </a:lnSpc>
              <a:spcBef>
                <a:spcPct val="50000"/>
              </a:spcBef>
              <a:buFontTx/>
              <a:buNone/>
            </a:pP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p>
          <a:p>
            <a:pPr algn="just" eaLnBrk="1" hangingPunct="1">
              <a:spcBef>
                <a:spcPct val="50000"/>
              </a:spcBef>
              <a:buFontTx/>
              <a:buNone/>
            </a:pP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p>
          <a:p>
            <a:pPr algn="just" eaLnBrk="1" hangingPunct="1">
              <a:spcBef>
                <a:spcPct val="50000"/>
              </a:spcBef>
              <a:buFontTx/>
              <a:buNone/>
            </a:pP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p>
          <a:p>
            <a:pPr algn="just" eaLnBrk="1" hangingPunct="1">
              <a:spcBef>
                <a:spcPct val="50000"/>
              </a:spcBef>
              <a:buFontTx/>
              <a:buNone/>
            </a:pP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08552" name="Rectangle 8"/>
          <p:cNvSpPr>
            <a:spLocks noChangeArrowheads="1"/>
          </p:cNvSpPr>
          <p:nvPr/>
        </p:nvSpPr>
        <p:spPr bwMode="auto">
          <a:xfrm>
            <a:off x="1991544" y="5949280"/>
            <a:ext cx="576064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2000" b="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为简便起见</a:t>
            </a:r>
            <a:r>
              <a:rPr lang="en-US" altLang="zh-CN" sz="2000" b="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以后凡用到置换规则时</a:t>
            </a:r>
            <a:r>
              <a:rPr lang="en-US" altLang="zh-CN" sz="2000" b="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均不必标出。</a:t>
            </a:r>
          </a:p>
        </p:txBody>
      </p:sp>
      <p:sp>
        <p:nvSpPr>
          <p:cNvPr id="108554" name="Text Box 10"/>
          <p:cNvSpPr txBox="1">
            <a:spLocks noChangeArrowheads="1"/>
          </p:cNvSpPr>
          <p:nvPr/>
        </p:nvSpPr>
        <p:spPr bwMode="auto">
          <a:xfrm>
            <a:off x="4626399" y="3765076"/>
            <a:ext cx="3819525" cy="184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eaLnBrk="1" hangingPunct="1">
              <a:lnSpc>
                <a:spcPct val="120000"/>
              </a:lnSpc>
              <a:spcBef>
                <a:spcPct val="50000"/>
              </a:spcBef>
              <a:buFontTx/>
              <a:buNone/>
            </a:pPr>
            <a:r>
              <a:rPr lang="en-US" altLang="zh-CN"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蕴含等值式</a:t>
            </a:r>
            <a:r>
              <a:rPr lang="en-US" altLang="zh-CN"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置换规则</a:t>
            </a:r>
            <a:r>
              <a:rPr lang="en-US" altLang="zh-CN"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gn="just" eaLnBrk="1" hangingPunct="1">
              <a:spcBef>
                <a:spcPct val="50000"/>
              </a:spcBef>
              <a:buFontTx/>
              <a:buNone/>
            </a:pPr>
            <a:r>
              <a:rPr lang="en-US" altLang="zh-CN"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蕴含等值式</a:t>
            </a:r>
            <a:r>
              <a:rPr lang="en-US" altLang="zh-CN"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置换规则</a:t>
            </a:r>
            <a:r>
              <a:rPr lang="en-US" altLang="zh-CN"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gn="just" eaLnBrk="1" hangingPunct="1">
              <a:spcBef>
                <a:spcPct val="50000"/>
              </a:spcBef>
              <a:buFontTx/>
              <a:buNone/>
            </a:pPr>
            <a:r>
              <a:rPr lang="en-US" altLang="zh-CN"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德摩根律</a:t>
            </a:r>
            <a:r>
              <a:rPr lang="en-US" altLang="zh-CN"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置换规则</a:t>
            </a:r>
            <a:r>
              <a:rPr lang="en-US" altLang="zh-CN"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gn="just" eaLnBrk="1" hangingPunct="1">
              <a:spcBef>
                <a:spcPct val="50000"/>
              </a:spcBef>
              <a:buFontTx/>
              <a:buNone/>
            </a:pPr>
            <a:r>
              <a:rPr lang="en-US" altLang="zh-CN"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分配律</a:t>
            </a:r>
            <a:r>
              <a:rPr lang="en-US" altLang="zh-CN"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置换规则</a:t>
            </a:r>
            <a:r>
              <a:rPr lang="en-US" altLang="zh-CN"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4582" name="Rectangle 11"/>
          <p:cNvSpPr>
            <a:spLocks noGrp="1" noChangeArrowheads="1"/>
          </p:cNvSpPr>
          <p:nvPr>
            <p:ph type="title" idx="4294967295"/>
          </p:nvPr>
        </p:nvSpPr>
        <p:spPr>
          <a:xfrm>
            <a:off x="452438" y="1610055"/>
            <a:ext cx="2905125" cy="52322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457200" indent="-457200" algn="l" eaLnBrk="1" hangingPunct="1">
              <a:spcBef>
                <a:spcPct val="50000"/>
              </a:spcBef>
              <a:buClr>
                <a:srgbClr val="FFC000"/>
              </a:buClr>
              <a:buSzPct val="80000"/>
              <a:buFont typeface="Wingdings" panose="05000000000000000000" pitchFamily="2" charset="2"/>
              <a:buChar char="n"/>
            </a:pPr>
            <a:r>
              <a:rPr kumimoji="1" lang="zh-CN" altLang="en-US" sz="280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等值演算</a:t>
            </a:r>
            <a:r>
              <a:rPr kumimoji="1" lang="en-US" altLang="zh-CN" sz="280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kumimoji="1" lang="zh-CN" altLang="en-US" sz="280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例子</a:t>
            </a:r>
          </a:p>
        </p:txBody>
      </p:sp>
      <p:sp>
        <p:nvSpPr>
          <p:cNvPr id="2" name="Rectangle 3"/>
          <p:cNvSpPr>
            <a:spLocks noChangeArrowheads="1"/>
          </p:cNvSpPr>
          <p:nvPr/>
        </p:nvSpPr>
        <p:spPr bwMode="auto">
          <a:xfrm>
            <a:off x="5287964" y="404813"/>
            <a:ext cx="4891087" cy="646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3.2.2 </a:t>
            </a:r>
            <a:r>
              <a:rPr lang="zh-CN" altLang="en-US"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等值演算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108549">
                                            <p:txEl>
                                              <p:pRg st="0" end="0"/>
                                            </p:txEl>
                                          </p:spTgt>
                                        </p:tgtEl>
                                        <p:attrNameLst>
                                          <p:attrName>style.visibility</p:attrName>
                                        </p:attrNameLst>
                                      </p:cBhvr>
                                      <p:to>
                                        <p:strVal val="visible"/>
                                      </p:to>
                                    </p:set>
                                    <p:animEffect transition="in" filter="barn(outVertical)">
                                      <p:cBhvr>
                                        <p:cTn id="7" dur="500"/>
                                        <p:tgtEl>
                                          <p:spTgt spid="10854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108549">
                                            <p:txEl>
                                              <p:pRg st="1" end="1"/>
                                            </p:txEl>
                                          </p:spTgt>
                                        </p:tgtEl>
                                        <p:attrNameLst>
                                          <p:attrName>style.visibility</p:attrName>
                                        </p:attrNameLst>
                                      </p:cBhvr>
                                      <p:to>
                                        <p:strVal val="visible"/>
                                      </p:to>
                                    </p:set>
                                    <p:animEffect transition="in" filter="barn(outVertical)">
                                      <p:cBhvr>
                                        <p:cTn id="12" dur="500"/>
                                        <p:tgtEl>
                                          <p:spTgt spid="10854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grpId="0" nodeType="clickEffect">
                                  <p:stCondLst>
                                    <p:cond delay="0"/>
                                  </p:stCondLst>
                                  <p:childTnLst>
                                    <p:set>
                                      <p:cBhvr>
                                        <p:cTn id="16" dur="1" fill="hold">
                                          <p:stCondLst>
                                            <p:cond delay="0"/>
                                          </p:stCondLst>
                                        </p:cTn>
                                        <p:tgtEl>
                                          <p:spTgt spid="108549">
                                            <p:txEl>
                                              <p:pRg st="2" end="2"/>
                                            </p:txEl>
                                          </p:spTgt>
                                        </p:tgtEl>
                                        <p:attrNameLst>
                                          <p:attrName>style.visibility</p:attrName>
                                        </p:attrNameLst>
                                      </p:cBhvr>
                                      <p:to>
                                        <p:strVal val="visible"/>
                                      </p:to>
                                    </p:set>
                                    <p:animEffect transition="in" filter="barn(outVertical)">
                                      <p:cBhvr>
                                        <p:cTn id="17" dur="500"/>
                                        <p:tgtEl>
                                          <p:spTgt spid="10854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7" presetClass="entr" presetSubtype="0" fill="hold" grpId="0" nodeType="clickEffect">
                                  <p:stCondLst>
                                    <p:cond delay="0"/>
                                  </p:stCondLst>
                                  <p:iterate type="lt">
                                    <p:tmPct val="50000"/>
                                  </p:iterate>
                                  <p:childTnLst>
                                    <p:set>
                                      <p:cBhvr>
                                        <p:cTn id="21" dur="1" fill="hold">
                                          <p:stCondLst>
                                            <p:cond delay="0"/>
                                          </p:stCondLst>
                                        </p:cTn>
                                        <p:tgtEl>
                                          <p:spTgt spid="108550">
                                            <p:txEl>
                                              <p:pRg st="0" end="0"/>
                                            </p:txEl>
                                          </p:spTgt>
                                        </p:tgtEl>
                                        <p:attrNameLst>
                                          <p:attrName>style.visibility</p:attrName>
                                        </p:attrNameLst>
                                      </p:cBhvr>
                                      <p:to>
                                        <p:strVal val="visible"/>
                                      </p:to>
                                    </p:set>
                                    <p:anim calcmode="discrete" valueType="clr">
                                      <p:cBhvr override="childStyle">
                                        <p:cTn id="22" dur="80"/>
                                        <p:tgtEl>
                                          <p:spTgt spid="108550">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3" dur="80"/>
                                        <p:tgtEl>
                                          <p:spTgt spid="108550">
                                            <p:txEl>
                                              <p:pRg st="0" end="0"/>
                                            </p:txEl>
                                          </p:spTgt>
                                        </p:tgtEl>
                                        <p:attrNameLst>
                                          <p:attrName>fillcolor</p:attrName>
                                        </p:attrNameLst>
                                      </p:cBhvr>
                                      <p:tavLst>
                                        <p:tav tm="0">
                                          <p:val>
                                            <p:clrVal>
                                              <a:schemeClr val="accent2"/>
                                            </p:clrVal>
                                          </p:val>
                                        </p:tav>
                                        <p:tav tm="50000">
                                          <p:val>
                                            <p:clrVal>
                                              <a:schemeClr val="hlink"/>
                                            </p:clrVal>
                                          </p:val>
                                        </p:tav>
                                      </p:tavLst>
                                    </p:anim>
                                    <p:set>
                                      <p:cBhvr>
                                        <p:cTn id="24" dur="80"/>
                                        <p:tgtEl>
                                          <p:spTgt spid="108550">
                                            <p:txEl>
                                              <p:pRg st="0" end="0"/>
                                            </p:txEl>
                                          </p:spTgt>
                                        </p:tgtEl>
                                        <p:attrNameLst>
                                          <p:attrName>fill.type</p:attrName>
                                        </p:attrNameLst>
                                      </p:cBhvr>
                                      <p:to>
                                        <p:strVal val="solid"/>
                                      </p:to>
                                    </p:set>
                                  </p:childTnLst>
                                </p:cTn>
                              </p:par>
                            </p:childTnLst>
                          </p:cTn>
                        </p:par>
                      </p:childTnLst>
                    </p:cTn>
                  </p:par>
                  <p:par>
                    <p:cTn id="25" fill="hold">
                      <p:stCondLst>
                        <p:cond delay="indefinite"/>
                      </p:stCondLst>
                      <p:childTnLst>
                        <p:par>
                          <p:cTn id="26" fill="hold">
                            <p:stCondLst>
                              <p:cond delay="0"/>
                            </p:stCondLst>
                            <p:childTnLst>
                              <p:par>
                                <p:cTn id="27" presetID="16" presetClass="entr" presetSubtype="37" fill="hold" grpId="0" nodeType="clickEffect">
                                  <p:stCondLst>
                                    <p:cond delay="0"/>
                                  </p:stCondLst>
                                  <p:childTnLst>
                                    <p:set>
                                      <p:cBhvr>
                                        <p:cTn id="28" dur="1" fill="hold">
                                          <p:stCondLst>
                                            <p:cond delay="0"/>
                                          </p:stCondLst>
                                        </p:cTn>
                                        <p:tgtEl>
                                          <p:spTgt spid="108554">
                                            <p:txEl>
                                              <p:pRg st="0" end="0"/>
                                            </p:txEl>
                                          </p:spTgt>
                                        </p:tgtEl>
                                        <p:attrNameLst>
                                          <p:attrName>style.visibility</p:attrName>
                                        </p:attrNameLst>
                                      </p:cBhvr>
                                      <p:to>
                                        <p:strVal val="visible"/>
                                      </p:to>
                                    </p:set>
                                    <p:animEffect transition="in" filter="barn(outVertical)">
                                      <p:cBhvr>
                                        <p:cTn id="29" dur="500"/>
                                        <p:tgtEl>
                                          <p:spTgt spid="108554">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7" presetClass="entr" presetSubtype="0" fill="hold" grpId="0" nodeType="clickEffect">
                                  <p:stCondLst>
                                    <p:cond delay="0"/>
                                  </p:stCondLst>
                                  <p:iterate type="lt">
                                    <p:tmPct val="50000"/>
                                  </p:iterate>
                                  <p:childTnLst>
                                    <p:set>
                                      <p:cBhvr>
                                        <p:cTn id="33" dur="1" fill="hold">
                                          <p:stCondLst>
                                            <p:cond delay="0"/>
                                          </p:stCondLst>
                                        </p:cTn>
                                        <p:tgtEl>
                                          <p:spTgt spid="108550">
                                            <p:txEl>
                                              <p:pRg st="1" end="1"/>
                                            </p:txEl>
                                          </p:spTgt>
                                        </p:tgtEl>
                                        <p:attrNameLst>
                                          <p:attrName>style.visibility</p:attrName>
                                        </p:attrNameLst>
                                      </p:cBhvr>
                                      <p:to>
                                        <p:strVal val="visible"/>
                                      </p:to>
                                    </p:set>
                                    <p:anim calcmode="discrete" valueType="clr">
                                      <p:cBhvr override="childStyle">
                                        <p:cTn id="34" dur="80"/>
                                        <p:tgtEl>
                                          <p:spTgt spid="108550">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5" dur="80"/>
                                        <p:tgtEl>
                                          <p:spTgt spid="108550">
                                            <p:txEl>
                                              <p:pRg st="1" end="1"/>
                                            </p:txEl>
                                          </p:spTgt>
                                        </p:tgtEl>
                                        <p:attrNameLst>
                                          <p:attrName>fillcolor</p:attrName>
                                        </p:attrNameLst>
                                      </p:cBhvr>
                                      <p:tavLst>
                                        <p:tav tm="0">
                                          <p:val>
                                            <p:clrVal>
                                              <a:schemeClr val="accent2"/>
                                            </p:clrVal>
                                          </p:val>
                                        </p:tav>
                                        <p:tav tm="50000">
                                          <p:val>
                                            <p:clrVal>
                                              <a:schemeClr val="hlink"/>
                                            </p:clrVal>
                                          </p:val>
                                        </p:tav>
                                      </p:tavLst>
                                    </p:anim>
                                    <p:set>
                                      <p:cBhvr>
                                        <p:cTn id="36" dur="80"/>
                                        <p:tgtEl>
                                          <p:spTgt spid="108550">
                                            <p:txEl>
                                              <p:pRg st="1" end="1"/>
                                            </p:txEl>
                                          </p:spTgt>
                                        </p:tgtEl>
                                        <p:attrNameLst>
                                          <p:attrName>fill.type</p:attrName>
                                        </p:attrNameLst>
                                      </p:cBhvr>
                                      <p:to>
                                        <p:strVal val="solid"/>
                                      </p:to>
                                    </p:set>
                                  </p:childTnLst>
                                </p:cTn>
                              </p:par>
                            </p:childTnLst>
                          </p:cTn>
                        </p:par>
                      </p:childTnLst>
                    </p:cTn>
                  </p:par>
                  <p:par>
                    <p:cTn id="37" fill="hold">
                      <p:stCondLst>
                        <p:cond delay="indefinite"/>
                      </p:stCondLst>
                      <p:childTnLst>
                        <p:par>
                          <p:cTn id="38" fill="hold">
                            <p:stCondLst>
                              <p:cond delay="0"/>
                            </p:stCondLst>
                            <p:childTnLst>
                              <p:par>
                                <p:cTn id="39" presetID="16" presetClass="entr" presetSubtype="37" fill="hold" grpId="0" nodeType="clickEffect">
                                  <p:stCondLst>
                                    <p:cond delay="0"/>
                                  </p:stCondLst>
                                  <p:childTnLst>
                                    <p:set>
                                      <p:cBhvr>
                                        <p:cTn id="40" dur="1" fill="hold">
                                          <p:stCondLst>
                                            <p:cond delay="0"/>
                                          </p:stCondLst>
                                        </p:cTn>
                                        <p:tgtEl>
                                          <p:spTgt spid="108554">
                                            <p:txEl>
                                              <p:pRg st="1" end="1"/>
                                            </p:txEl>
                                          </p:spTgt>
                                        </p:tgtEl>
                                        <p:attrNameLst>
                                          <p:attrName>style.visibility</p:attrName>
                                        </p:attrNameLst>
                                      </p:cBhvr>
                                      <p:to>
                                        <p:strVal val="visible"/>
                                      </p:to>
                                    </p:set>
                                    <p:animEffect transition="in" filter="barn(outVertical)">
                                      <p:cBhvr>
                                        <p:cTn id="41" dur="500"/>
                                        <p:tgtEl>
                                          <p:spTgt spid="108554">
                                            <p:txEl>
                                              <p:pRg st="1" end="1"/>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7" presetClass="entr" presetSubtype="0" fill="hold" grpId="0" nodeType="clickEffect">
                                  <p:stCondLst>
                                    <p:cond delay="0"/>
                                  </p:stCondLst>
                                  <p:iterate type="lt">
                                    <p:tmPct val="50000"/>
                                  </p:iterate>
                                  <p:childTnLst>
                                    <p:set>
                                      <p:cBhvr>
                                        <p:cTn id="45" dur="1" fill="hold">
                                          <p:stCondLst>
                                            <p:cond delay="0"/>
                                          </p:stCondLst>
                                        </p:cTn>
                                        <p:tgtEl>
                                          <p:spTgt spid="108550">
                                            <p:txEl>
                                              <p:pRg st="2" end="2"/>
                                            </p:txEl>
                                          </p:spTgt>
                                        </p:tgtEl>
                                        <p:attrNameLst>
                                          <p:attrName>style.visibility</p:attrName>
                                        </p:attrNameLst>
                                      </p:cBhvr>
                                      <p:to>
                                        <p:strVal val="visible"/>
                                      </p:to>
                                    </p:set>
                                    <p:anim calcmode="discrete" valueType="clr">
                                      <p:cBhvr override="childStyle">
                                        <p:cTn id="46" dur="80"/>
                                        <p:tgtEl>
                                          <p:spTgt spid="108550">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7" dur="80"/>
                                        <p:tgtEl>
                                          <p:spTgt spid="108550">
                                            <p:txEl>
                                              <p:pRg st="2" end="2"/>
                                            </p:txEl>
                                          </p:spTgt>
                                        </p:tgtEl>
                                        <p:attrNameLst>
                                          <p:attrName>fillcolor</p:attrName>
                                        </p:attrNameLst>
                                      </p:cBhvr>
                                      <p:tavLst>
                                        <p:tav tm="0">
                                          <p:val>
                                            <p:clrVal>
                                              <a:schemeClr val="accent2"/>
                                            </p:clrVal>
                                          </p:val>
                                        </p:tav>
                                        <p:tav tm="50000">
                                          <p:val>
                                            <p:clrVal>
                                              <a:schemeClr val="hlink"/>
                                            </p:clrVal>
                                          </p:val>
                                        </p:tav>
                                      </p:tavLst>
                                    </p:anim>
                                    <p:set>
                                      <p:cBhvr>
                                        <p:cTn id="48" dur="80"/>
                                        <p:tgtEl>
                                          <p:spTgt spid="108550">
                                            <p:txEl>
                                              <p:pRg st="2" end="2"/>
                                            </p:txEl>
                                          </p:spTgt>
                                        </p:tgtEl>
                                        <p:attrNameLst>
                                          <p:attrName>fill.type</p:attrName>
                                        </p:attrNameLst>
                                      </p:cBhvr>
                                      <p:to>
                                        <p:strVal val="solid"/>
                                      </p:to>
                                    </p:set>
                                  </p:childTnLst>
                                </p:cTn>
                              </p:par>
                            </p:childTnLst>
                          </p:cTn>
                        </p:par>
                      </p:childTnLst>
                    </p:cTn>
                  </p:par>
                  <p:par>
                    <p:cTn id="49" fill="hold">
                      <p:stCondLst>
                        <p:cond delay="indefinite"/>
                      </p:stCondLst>
                      <p:childTnLst>
                        <p:par>
                          <p:cTn id="50" fill="hold">
                            <p:stCondLst>
                              <p:cond delay="0"/>
                            </p:stCondLst>
                            <p:childTnLst>
                              <p:par>
                                <p:cTn id="51" presetID="16" presetClass="entr" presetSubtype="37" fill="hold" grpId="0" nodeType="clickEffect">
                                  <p:stCondLst>
                                    <p:cond delay="0"/>
                                  </p:stCondLst>
                                  <p:childTnLst>
                                    <p:set>
                                      <p:cBhvr>
                                        <p:cTn id="52" dur="1" fill="hold">
                                          <p:stCondLst>
                                            <p:cond delay="0"/>
                                          </p:stCondLst>
                                        </p:cTn>
                                        <p:tgtEl>
                                          <p:spTgt spid="108554">
                                            <p:txEl>
                                              <p:pRg st="2" end="2"/>
                                            </p:txEl>
                                          </p:spTgt>
                                        </p:tgtEl>
                                        <p:attrNameLst>
                                          <p:attrName>style.visibility</p:attrName>
                                        </p:attrNameLst>
                                      </p:cBhvr>
                                      <p:to>
                                        <p:strVal val="visible"/>
                                      </p:to>
                                    </p:set>
                                    <p:animEffect transition="in" filter="barn(outVertical)">
                                      <p:cBhvr>
                                        <p:cTn id="53" dur="500"/>
                                        <p:tgtEl>
                                          <p:spTgt spid="108554">
                                            <p:txEl>
                                              <p:pRg st="2" end="2"/>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27" presetClass="entr" presetSubtype="0" fill="hold" grpId="0" nodeType="clickEffect">
                                  <p:stCondLst>
                                    <p:cond delay="0"/>
                                  </p:stCondLst>
                                  <p:iterate type="lt">
                                    <p:tmPct val="50000"/>
                                  </p:iterate>
                                  <p:childTnLst>
                                    <p:set>
                                      <p:cBhvr>
                                        <p:cTn id="57" dur="1" fill="hold">
                                          <p:stCondLst>
                                            <p:cond delay="0"/>
                                          </p:stCondLst>
                                        </p:cTn>
                                        <p:tgtEl>
                                          <p:spTgt spid="108550">
                                            <p:txEl>
                                              <p:pRg st="3" end="3"/>
                                            </p:txEl>
                                          </p:spTgt>
                                        </p:tgtEl>
                                        <p:attrNameLst>
                                          <p:attrName>style.visibility</p:attrName>
                                        </p:attrNameLst>
                                      </p:cBhvr>
                                      <p:to>
                                        <p:strVal val="visible"/>
                                      </p:to>
                                    </p:set>
                                    <p:anim calcmode="discrete" valueType="clr">
                                      <p:cBhvr override="childStyle">
                                        <p:cTn id="58" dur="80"/>
                                        <p:tgtEl>
                                          <p:spTgt spid="108550">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59" dur="80"/>
                                        <p:tgtEl>
                                          <p:spTgt spid="108550">
                                            <p:txEl>
                                              <p:pRg st="3" end="3"/>
                                            </p:txEl>
                                          </p:spTgt>
                                        </p:tgtEl>
                                        <p:attrNameLst>
                                          <p:attrName>fillcolor</p:attrName>
                                        </p:attrNameLst>
                                      </p:cBhvr>
                                      <p:tavLst>
                                        <p:tav tm="0">
                                          <p:val>
                                            <p:clrVal>
                                              <a:schemeClr val="accent2"/>
                                            </p:clrVal>
                                          </p:val>
                                        </p:tav>
                                        <p:tav tm="50000">
                                          <p:val>
                                            <p:clrVal>
                                              <a:schemeClr val="hlink"/>
                                            </p:clrVal>
                                          </p:val>
                                        </p:tav>
                                      </p:tavLst>
                                    </p:anim>
                                    <p:set>
                                      <p:cBhvr>
                                        <p:cTn id="60" dur="80"/>
                                        <p:tgtEl>
                                          <p:spTgt spid="108550">
                                            <p:txEl>
                                              <p:pRg st="3" end="3"/>
                                            </p:txEl>
                                          </p:spTgt>
                                        </p:tgtEl>
                                        <p:attrNameLst>
                                          <p:attrName>fill.type</p:attrName>
                                        </p:attrNameLst>
                                      </p:cBhvr>
                                      <p:to>
                                        <p:strVal val="solid"/>
                                      </p:to>
                                    </p:set>
                                  </p:childTnLst>
                                </p:cTn>
                              </p:par>
                            </p:childTnLst>
                          </p:cTn>
                        </p:par>
                      </p:childTnLst>
                    </p:cTn>
                  </p:par>
                  <p:par>
                    <p:cTn id="61" fill="hold">
                      <p:stCondLst>
                        <p:cond delay="indefinite"/>
                      </p:stCondLst>
                      <p:childTnLst>
                        <p:par>
                          <p:cTn id="62" fill="hold">
                            <p:stCondLst>
                              <p:cond delay="0"/>
                            </p:stCondLst>
                            <p:childTnLst>
                              <p:par>
                                <p:cTn id="63" presetID="16" presetClass="entr" presetSubtype="37" fill="hold" grpId="0" nodeType="clickEffect">
                                  <p:stCondLst>
                                    <p:cond delay="0"/>
                                  </p:stCondLst>
                                  <p:childTnLst>
                                    <p:set>
                                      <p:cBhvr>
                                        <p:cTn id="64" dur="1" fill="hold">
                                          <p:stCondLst>
                                            <p:cond delay="0"/>
                                          </p:stCondLst>
                                        </p:cTn>
                                        <p:tgtEl>
                                          <p:spTgt spid="108554">
                                            <p:txEl>
                                              <p:pRg st="3" end="3"/>
                                            </p:txEl>
                                          </p:spTgt>
                                        </p:tgtEl>
                                        <p:attrNameLst>
                                          <p:attrName>style.visibility</p:attrName>
                                        </p:attrNameLst>
                                      </p:cBhvr>
                                      <p:to>
                                        <p:strVal val="visible"/>
                                      </p:to>
                                    </p:set>
                                    <p:animEffect transition="in" filter="barn(outVertical)">
                                      <p:cBhvr>
                                        <p:cTn id="65" dur="500"/>
                                        <p:tgtEl>
                                          <p:spTgt spid="108554">
                                            <p:txEl>
                                              <p:pRg st="3" end="3"/>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9" presetClass="entr" presetSubtype="0" fill="hold" grpId="0" nodeType="clickEffect">
                                  <p:stCondLst>
                                    <p:cond delay="0"/>
                                  </p:stCondLst>
                                  <p:childTnLst>
                                    <p:set>
                                      <p:cBhvr>
                                        <p:cTn id="69" dur="1" fill="hold">
                                          <p:stCondLst>
                                            <p:cond delay="0"/>
                                          </p:stCondLst>
                                        </p:cTn>
                                        <p:tgtEl>
                                          <p:spTgt spid="108552"/>
                                        </p:tgtEl>
                                        <p:attrNameLst>
                                          <p:attrName>style.visibility</p:attrName>
                                        </p:attrNameLst>
                                      </p:cBhvr>
                                      <p:to>
                                        <p:strVal val="visible"/>
                                      </p:to>
                                    </p:set>
                                    <p:animEffect transition="in" filter="dissolve">
                                      <p:cBhvr>
                                        <p:cTn id="70" dur="500"/>
                                        <p:tgtEl>
                                          <p:spTgt spid="1085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9" grpId="0" build="p" autoUpdateAnimBg="0"/>
      <p:bldP spid="108550" grpId="0" build="p" autoUpdateAnimBg="0"/>
      <p:bldP spid="108552" grpId="0"/>
      <p:bldP spid="108554"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4" name="Rectangle 6"/>
          <p:cNvSpPr>
            <a:spLocks noChangeArrowheads="1"/>
          </p:cNvSpPr>
          <p:nvPr/>
        </p:nvSpPr>
        <p:spPr bwMode="auto">
          <a:xfrm>
            <a:off x="695400" y="5642113"/>
            <a:ext cx="10441159" cy="580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lnSpc>
                <a:spcPct val="150000"/>
              </a:lnSpc>
              <a:spcBef>
                <a:spcPct val="50000"/>
              </a:spcBef>
              <a:buFontTx/>
              <a:buNone/>
            </a:pPr>
            <a:r>
              <a:rPr lang="en-US" altLang="zh-CN" sz="2400" b="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注：</a:t>
            </a: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用等值演算证明等值式时</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既可以从左向右推演</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也可以从右向左推演。</a:t>
            </a:r>
          </a:p>
        </p:txBody>
      </p:sp>
      <p:sp>
        <p:nvSpPr>
          <p:cNvPr id="109575" name="Text Box 7"/>
          <p:cNvSpPr txBox="1">
            <a:spLocks noChangeArrowheads="1"/>
          </p:cNvSpPr>
          <p:nvPr/>
        </p:nvSpPr>
        <p:spPr bwMode="auto">
          <a:xfrm>
            <a:off x="462383" y="2776259"/>
            <a:ext cx="345598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eaLnBrk="1" hangingPunct="1">
              <a:spcBef>
                <a:spcPct val="50000"/>
              </a:spcBef>
              <a:buFontTx/>
              <a:buNone/>
            </a:pPr>
            <a:r>
              <a:rPr lang="zh-CN" altLang="en-US" sz="28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证明：</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b="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400" b="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09576" name="Text Box 8"/>
          <p:cNvSpPr txBox="1">
            <a:spLocks noChangeArrowheads="1"/>
          </p:cNvSpPr>
          <p:nvPr/>
        </p:nvSpPr>
        <p:spPr bwMode="auto">
          <a:xfrm>
            <a:off x="3653854" y="2754557"/>
            <a:ext cx="3455988" cy="2468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a:lnSpc>
                <a:spcPct val="150000"/>
              </a:lnSpc>
              <a:spcBef>
                <a:spcPts val="600"/>
              </a:spcBef>
              <a:buNone/>
            </a:pP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b="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400" b="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p>
          <a:p>
            <a:pPr algn="just">
              <a:lnSpc>
                <a:spcPct val="150000"/>
              </a:lnSpc>
              <a:spcBef>
                <a:spcPts val="600"/>
              </a:spcBef>
              <a:buNone/>
            </a:pP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p>
          <a:p>
            <a:pPr algn="just">
              <a:lnSpc>
                <a:spcPct val="150000"/>
              </a:lnSpc>
              <a:spcBef>
                <a:spcPts val="600"/>
              </a:spcBef>
              <a:buNone/>
            </a:pP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b="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p>
          <a:p>
            <a:pPr algn="just">
              <a:lnSpc>
                <a:spcPct val="150000"/>
              </a:lnSpc>
              <a:spcBef>
                <a:spcPts val="600"/>
              </a:spcBef>
              <a:buNone/>
            </a:pP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b="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p>
        </p:txBody>
      </p:sp>
      <p:sp>
        <p:nvSpPr>
          <p:cNvPr id="109577" name="Text Box 9"/>
          <p:cNvSpPr txBox="1">
            <a:spLocks noChangeArrowheads="1"/>
          </p:cNvSpPr>
          <p:nvPr/>
        </p:nvSpPr>
        <p:spPr bwMode="auto">
          <a:xfrm>
            <a:off x="6672064" y="2798895"/>
            <a:ext cx="2303462" cy="2468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a:lnSpc>
                <a:spcPct val="150000"/>
              </a:lnSpc>
              <a:spcBef>
                <a:spcPts val="600"/>
              </a:spcBef>
              <a:buNone/>
            </a:pPr>
            <a:r>
              <a:rPr lang="en-US" altLang="zh-CN" sz="24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蕴含等值式</a:t>
            </a:r>
            <a:r>
              <a:rPr lang="en-US" altLang="zh-CN" sz="24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p>
          <a:p>
            <a:pPr algn="just">
              <a:lnSpc>
                <a:spcPct val="150000"/>
              </a:lnSpc>
              <a:spcBef>
                <a:spcPts val="600"/>
              </a:spcBef>
              <a:buNone/>
            </a:pPr>
            <a:r>
              <a:rPr lang="en-US" altLang="zh-CN" sz="24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分配律</a:t>
            </a:r>
            <a:r>
              <a:rPr lang="en-US" altLang="zh-CN" sz="24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p>
          <a:p>
            <a:pPr algn="just">
              <a:lnSpc>
                <a:spcPct val="150000"/>
              </a:lnSpc>
              <a:spcBef>
                <a:spcPts val="600"/>
              </a:spcBef>
              <a:buNone/>
            </a:pPr>
            <a:r>
              <a:rPr lang="en-US" altLang="zh-CN" sz="24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德摩根律</a:t>
            </a:r>
            <a:r>
              <a:rPr lang="en-US" altLang="zh-CN" sz="24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p>
          <a:p>
            <a:pPr algn="just">
              <a:lnSpc>
                <a:spcPct val="150000"/>
              </a:lnSpc>
              <a:spcBef>
                <a:spcPts val="600"/>
              </a:spcBef>
              <a:buNone/>
            </a:pPr>
            <a:r>
              <a:rPr lang="en-US" altLang="zh-CN" sz="24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蕴含等值式</a:t>
            </a:r>
            <a:r>
              <a:rPr lang="en-US" altLang="zh-CN" sz="24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p>
        </p:txBody>
      </p:sp>
      <p:sp>
        <p:nvSpPr>
          <p:cNvPr id="25606" name="Rectangle 10"/>
          <p:cNvSpPr>
            <a:spLocks noGrp="1" noChangeArrowheads="1"/>
          </p:cNvSpPr>
          <p:nvPr>
            <p:ph type="title" idx="4294967295"/>
          </p:nvPr>
        </p:nvSpPr>
        <p:spPr>
          <a:xfrm>
            <a:off x="462383" y="1696249"/>
            <a:ext cx="8015287" cy="646112"/>
          </a:xfrm>
        </p:spPr>
        <p:txBody>
          <a:bodyPr/>
          <a:lstStyle/>
          <a:p>
            <a:pPr algn="l">
              <a:lnSpc>
                <a:spcPct val="150000"/>
              </a:lnSpc>
            </a:pPr>
            <a:r>
              <a:rPr lang="zh-CN" altLang="en-US" sz="280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例</a:t>
            </a:r>
            <a:r>
              <a:rPr lang="en-US" altLang="zh-CN" sz="280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3.2.3  </a:t>
            </a:r>
            <a:r>
              <a:rPr lang="zh-CN" altLang="en-US" sz="240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用等值演算证明</a:t>
            </a:r>
            <a:r>
              <a:rPr lang="en-US" altLang="zh-CN" sz="240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4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4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4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40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4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p>
        </p:txBody>
      </p:sp>
      <p:sp>
        <p:nvSpPr>
          <p:cNvPr id="2" name="Rectangle 3"/>
          <p:cNvSpPr>
            <a:spLocks noChangeArrowheads="1"/>
          </p:cNvSpPr>
          <p:nvPr/>
        </p:nvSpPr>
        <p:spPr bwMode="auto">
          <a:xfrm>
            <a:off x="5287964" y="404813"/>
            <a:ext cx="4891087" cy="646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3.2.2 </a:t>
            </a:r>
            <a:r>
              <a:rPr lang="zh-CN" altLang="en-US"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等值演算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5606"/>
                                        </p:tgtEl>
                                        <p:attrNameLst>
                                          <p:attrName>style.visibility</p:attrName>
                                        </p:attrNameLst>
                                      </p:cBhvr>
                                      <p:to>
                                        <p:strVal val="visible"/>
                                      </p:to>
                                    </p:set>
                                    <p:animEffect transition="in" filter="wipe(left)">
                                      <p:cBhvr>
                                        <p:cTn id="7" dur="500"/>
                                        <p:tgtEl>
                                          <p:spTgt spid="2560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109575">
                                            <p:txEl>
                                              <p:pRg st="0" end="0"/>
                                            </p:txEl>
                                          </p:spTgt>
                                        </p:tgtEl>
                                        <p:attrNameLst>
                                          <p:attrName>style.visibility</p:attrName>
                                        </p:attrNameLst>
                                      </p:cBhvr>
                                      <p:to>
                                        <p:strVal val="visible"/>
                                      </p:to>
                                    </p:set>
                                    <p:animEffect transition="in" filter="barn(outVertical)">
                                      <p:cBhvr>
                                        <p:cTn id="12" dur="500"/>
                                        <p:tgtEl>
                                          <p:spTgt spid="10957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7" presetClass="entr" presetSubtype="0" fill="hold" grpId="0" nodeType="clickEffect">
                                  <p:stCondLst>
                                    <p:cond delay="0"/>
                                  </p:stCondLst>
                                  <p:iterate type="lt">
                                    <p:tmPct val="50000"/>
                                  </p:iterate>
                                  <p:childTnLst>
                                    <p:set>
                                      <p:cBhvr>
                                        <p:cTn id="16" dur="1" fill="hold">
                                          <p:stCondLst>
                                            <p:cond delay="0"/>
                                          </p:stCondLst>
                                        </p:cTn>
                                        <p:tgtEl>
                                          <p:spTgt spid="109576">
                                            <p:txEl>
                                              <p:pRg st="0" end="0"/>
                                            </p:txEl>
                                          </p:spTgt>
                                        </p:tgtEl>
                                        <p:attrNameLst>
                                          <p:attrName>style.visibility</p:attrName>
                                        </p:attrNameLst>
                                      </p:cBhvr>
                                      <p:to>
                                        <p:strVal val="visible"/>
                                      </p:to>
                                    </p:set>
                                    <p:anim calcmode="discrete" valueType="clr">
                                      <p:cBhvr override="childStyle">
                                        <p:cTn id="17" dur="80"/>
                                        <p:tgtEl>
                                          <p:spTgt spid="109576">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8" dur="80"/>
                                        <p:tgtEl>
                                          <p:spTgt spid="109576">
                                            <p:txEl>
                                              <p:pRg st="0" end="0"/>
                                            </p:txEl>
                                          </p:spTgt>
                                        </p:tgtEl>
                                        <p:attrNameLst>
                                          <p:attrName>fillcolor</p:attrName>
                                        </p:attrNameLst>
                                      </p:cBhvr>
                                      <p:tavLst>
                                        <p:tav tm="0">
                                          <p:val>
                                            <p:clrVal>
                                              <a:schemeClr val="accent2"/>
                                            </p:clrVal>
                                          </p:val>
                                        </p:tav>
                                        <p:tav tm="50000">
                                          <p:val>
                                            <p:clrVal>
                                              <a:schemeClr val="hlink"/>
                                            </p:clrVal>
                                          </p:val>
                                        </p:tav>
                                      </p:tavLst>
                                    </p:anim>
                                    <p:set>
                                      <p:cBhvr>
                                        <p:cTn id="19" dur="80"/>
                                        <p:tgtEl>
                                          <p:spTgt spid="109576">
                                            <p:txEl>
                                              <p:pRg st="0" end="0"/>
                                            </p:txEl>
                                          </p:spTgt>
                                        </p:tgtEl>
                                        <p:attrNameLst>
                                          <p:attrName>fill.type</p:attrName>
                                        </p:attrNameLst>
                                      </p:cBhvr>
                                      <p:to>
                                        <p:strVal val="solid"/>
                                      </p:to>
                                    </p:set>
                                  </p:childTnLst>
                                </p:cTn>
                              </p:par>
                            </p:childTnLst>
                          </p:cTn>
                        </p:par>
                      </p:childTnLst>
                    </p:cTn>
                  </p:par>
                  <p:par>
                    <p:cTn id="20" fill="hold">
                      <p:stCondLst>
                        <p:cond delay="indefinite"/>
                      </p:stCondLst>
                      <p:childTnLst>
                        <p:par>
                          <p:cTn id="21" fill="hold">
                            <p:stCondLst>
                              <p:cond delay="0"/>
                            </p:stCondLst>
                            <p:childTnLst>
                              <p:par>
                                <p:cTn id="22" presetID="16" presetClass="entr" presetSubtype="37" fill="hold" grpId="0" nodeType="clickEffect">
                                  <p:stCondLst>
                                    <p:cond delay="0"/>
                                  </p:stCondLst>
                                  <p:childTnLst>
                                    <p:set>
                                      <p:cBhvr>
                                        <p:cTn id="23" dur="1" fill="hold">
                                          <p:stCondLst>
                                            <p:cond delay="0"/>
                                          </p:stCondLst>
                                        </p:cTn>
                                        <p:tgtEl>
                                          <p:spTgt spid="109577">
                                            <p:txEl>
                                              <p:pRg st="0" end="0"/>
                                            </p:txEl>
                                          </p:spTgt>
                                        </p:tgtEl>
                                        <p:attrNameLst>
                                          <p:attrName>style.visibility</p:attrName>
                                        </p:attrNameLst>
                                      </p:cBhvr>
                                      <p:to>
                                        <p:strVal val="visible"/>
                                      </p:to>
                                    </p:set>
                                    <p:animEffect transition="in" filter="barn(outVertical)">
                                      <p:cBhvr>
                                        <p:cTn id="24" dur="500"/>
                                        <p:tgtEl>
                                          <p:spTgt spid="109577">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7" presetClass="entr" presetSubtype="0" fill="hold" grpId="0" nodeType="clickEffect">
                                  <p:stCondLst>
                                    <p:cond delay="0"/>
                                  </p:stCondLst>
                                  <p:iterate type="lt">
                                    <p:tmPct val="50000"/>
                                  </p:iterate>
                                  <p:childTnLst>
                                    <p:set>
                                      <p:cBhvr>
                                        <p:cTn id="28" dur="1" fill="hold">
                                          <p:stCondLst>
                                            <p:cond delay="0"/>
                                          </p:stCondLst>
                                        </p:cTn>
                                        <p:tgtEl>
                                          <p:spTgt spid="109576">
                                            <p:txEl>
                                              <p:pRg st="1" end="1"/>
                                            </p:txEl>
                                          </p:spTgt>
                                        </p:tgtEl>
                                        <p:attrNameLst>
                                          <p:attrName>style.visibility</p:attrName>
                                        </p:attrNameLst>
                                      </p:cBhvr>
                                      <p:to>
                                        <p:strVal val="visible"/>
                                      </p:to>
                                    </p:set>
                                    <p:anim calcmode="discrete" valueType="clr">
                                      <p:cBhvr override="childStyle">
                                        <p:cTn id="29" dur="80"/>
                                        <p:tgtEl>
                                          <p:spTgt spid="109576">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0" dur="80"/>
                                        <p:tgtEl>
                                          <p:spTgt spid="109576">
                                            <p:txEl>
                                              <p:pRg st="1" end="1"/>
                                            </p:txEl>
                                          </p:spTgt>
                                        </p:tgtEl>
                                        <p:attrNameLst>
                                          <p:attrName>fillcolor</p:attrName>
                                        </p:attrNameLst>
                                      </p:cBhvr>
                                      <p:tavLst>
                                        <p:tav tm="0">
                                          <p:val>
                                            <p:clrVal>
                                              <a:schemeClr val="accent2"/>
                                            </p:clrVal>
                                          </p:val>
                                        </p:tav>
                                        <p:tav tm="50000">
                                          <p:val>
                                            <p:clrVal>
                                              <a:schemeClr val="hlink"/>
                                            </p:clrVal>
                                          </p:val>
                                        </p:tav>
                                      </p:tavLst>
                                    </p:anim>
                                    <p:set>
                                      <p:cBhvr>
                                        <p:cTn id="31" dur="80"/>
                                        <p:tgtEl>
                                          <p:spTgt spid="109576">
                                            <p:txEl>
                                              <p:pRg st="1" end="1"/>
                                            </p:txEl>
                                          </p:spTgt>
                                        </p:tgtEl>
                                        <p:attrNameLst>
                                          <p:attrName>fill.type</p:attrName>
                                        </p:attrNameLst>
                                      </p:cBhvr>
                                      <p:to>
                                        <p:strVal val="solid"/>
                                      </p:to>
                                    </p:set>
                                  </p:childTnLst>
                                </p:cTn>
                              </p:par>
                            </p:childTnLst>
                          </p:cTn>
                        </p:par>
                      </p:childTnLst>
                    </p:cTn>
                  </p:par>
                  <p:par>
                    <p:cTn id="32" fill="hold">
                      <p:stCondLst>
                        <p:cond delay="indefinite"/>
                      </p:stCondLst>
                      <p:childTnLst>
                        <p:par>
                          <p:cTn id="33" fill="hold">
                            <p:stCondLst>
                              <p:cond delay="0"/>
                            </p:stCondLst>
                            <p:childTnLst>
                              <p:par>
                                <p:cTn id="34" presetID="16" presetClass="entr" presetSubtype="37" fill="hold" grpId="0" nodeType="clickEffect">
                                  <p:stCondLst>
                                    <p:cond delay="0"/>
                                  </p:stCondLst>
                                  <p:childTnLst>
                                    <p:set>
                                      <p:cBhvr>
                                        <p:cTn id="35" dur="1" fill="hold">
                                          <p:stCondLst>
                                            <p:cond delay="0"/>
                                          </p:stCondLst>
                                        </p:cTn>
                                        <p:tgtEl>
                                          <p:spTgt spid="109577">
                                            <p:txEl>
                                              <p:pRg st="1" end="1"/>
                                            </p:txEl>
                                          </p:spTgt>
                                        </p:tgtEl>
                                        <p:attrNameLst>
                                          <p:attrName>style.visibility</p:attrName>
                                        </p:attrNameLst>
                                      </p:cBhvr>
                                      <p:to>
                                        <p:strVal val="visible"/>
                                      </p:to>
                                    </p:set>
                                    <p:animEffect transition="in" filter="barn(outVertical)">
                                      <p:cBhvr>
                                        <p:cTn id="36" dur="500"/>
                                        <p:tgtEl>
                                          <p:spTgt spid="109577">
                                            <p:txEl>
                                              <p:pRg st="1" end="1"/>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7" presetClass="entr" presetSubtype="0" fill="hold" grpId="0" nodeType="clickEffect">
                                  <p:stCondLst>
                                    <p:cond delay="0"/>
                                  </p:stCondLst>
                                  <p:iterate type="lt">
                                    <p:tmPct val="50000"/>
                                  </p:iterate>
                                  <p:childTnLst>
                                    <p:set>
                                      <p:cBhvr>
                                        <p:cTn id="40" dur="1" fill="hold">
                                          <p:stCondLst>
                                            <p:cond delay="0"/>
                                          </p:stCondLst>
                                        </p:cTn>
                                        <p:tgtEl>
                                          <p:spTgt spid="109576">
                                            <p:txEl>
                                              <p:pRg st="2" end="2"/>
                                            </p:txEl>
                                          </p:spTgt>
                                        </p:tgtEl>
                                        <p:attrNameLst>
                                          <p:attrName>style.visibility</p:attrName>
                                        </p:attrNameLst>
                                      </p:cBhvr>
                                      <p:to>
                                        <p:strVal val="visible"/>
                                      </p:to>
                                    </p:set>
                                    <p:anim calcmode="discrete" valueType="clr">
                                      <p:cBhvr override="childStyle">
                                        <p:cTn id="41" dur="80"/>
                                        <p:tgtEl>
                                          <p:spTgt spid="109576">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2" dur="80"/>
                                        <p:tgtEl>
                                          <p:spTgt spid="109576">
                                            <p:txEl>
                                              <p:pRg st="2" end="2"/>
                                            </p:txEl>
                                          </p:spTgt>
                                        </p:tgtEl>
                                        <p:attrNameLst>
                                          <p:attrName>fillcolor</p:attrName>
                                        </p:attrNameLst>
                                      </p:cBhvr>
                                      <p:tavLst>
                                        <p:tav tm="0">
                                          <p:val>
                                            <p:clrVal>
                                              <a:schemeClr val="accent2"/>
                                            </p:clrVal>
                                          </p:val>
                                        </p:tav>
                                        <p:tav tm="50000">
                                          <p:val>
                                            <p:clrVal>
                                              <a:schemeClr val="hlink"/>
                                            </p:clrVal>
                                          </p:val>
                                        </p:tav>
                                      </p:tavLst>
                                    </p:anim>
                                    <p:set>
                                      <p:cBhvr>
                                        <p:cTn id="43" dur="80"/>
                                        <p:tgtEl>
                                          <p:spTgt spid="109576">
                                            <p:txEl>
                                              <p:pRg st="2" end="2"/>
                                            </p:txEl>
                                          </p:spTgt>
                                        </p:tgtEl>
                                        <p:attrNameLst>
                                          <p:attrName>fill.type</p:attrName>
                                        </p:attrNameLst>
                                      </p:cBhvr>
                                      <p:to>
                                        <p:strVal val="solid"/>
                                      </p:to>
                                    </p:set>
                                  </p:childTnLst>
                                </p:cTn>
                              </p:par>
                            </p:childTnLst>
                          </p:cTn>
                        </p:par>
                      </p:childTnLst>
                    </p:cTn>
                  </p:par>
                  <p:par>
                    <p:cTn id="44" fill="hold">
                      <p:stCondLst>
                        <p:cond delay="indefinite"/>
                      </p:stCondLst>
                      <p:childTnLst>
                        <p:par>
                          <p:cTn id="45" fill="hold">
                            <p:stCondLst>
                              <p:cond delay="0"/>
                            </p:stCondLst>
                            <p:childTnLst>
                              <p:par>
                                <p:cTn id="46" presetID="16" presetClass="entr" presetSubtype="37" fill="hold" grpId="0" nodeType="clickEffect">
                                  <p:stCondLst>
                                    <p:cond delay="0"/>
                                  </p:stCondLst>
                                  <p:childTnLst>
                                    <p:set>
                                      <p:cBhvr>
                                        <p:cTn id="47" dur="1" fill="hold">
                                          <p:stCondLst>
                                            <p:cond delay="0"/>
                                          </p:stCondLst>
                                        </p:cTn>
                                        <p:tgtEl>
                                          <p:spTgt spid="109577">
                                            <p:txEl>
                                              <p:pRg st="2" end="2"/>
                                            </p:txEl>
                                          </p:spTgt>
                                        </p:tgtEl>
                                        <p:attrNameLst>
                                          <p:attrName>style.visibility</p:attrName>
                                        </p:attrNameLst>
                                      </p:cBhvr>
                                      <p:to>
                                        <p:strVal val="visible"/>
                                      </p:to>
                                    </p:set>
                                    <p:animEffect transition="in" filter="barn(outVertical)">
                                      <p:cBhvr>
                                        <p:cTn id="48" dur="500"/>
                                        <p:tgtEl>
                                          <p:spTgt spid="109577">
                                            <p:txEl>
                                              <p:pRg st="2" end="2"/>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7" presetClass="entr" presetSubtype="0" fill="hold" grpId="0" nodeType="clickEffect">
                                  <p:stCondLst>
                                    <p:cond delay="0"/>
                                  </p:stCondLst>
                                  <p:iterate type="lt">
                                    <p:tmPct val="50000"/>
                                  </p:iterate>
                                  <p:childTnLst>
                                    <p:set>
                                      <p:cBhvr>
                                        <p:cTn id="52" dur="1" fill="hold">
                                          <p:stCondLst>
                                            <p:cond delay="0"/>
                                          </p:stCondLst>
                                        </p:cTn>
                                        <p:tgtEl>
                                          <p:spTgt spid="109576">
                                            <p:txEl>
                                              <p:pRg st="3" end="3"/>
                                            </p:txEl>
                                          </p:spTgt>
                                        </p:tgtEl>
                                        <p:attrNameLst>
                                          <p:attrName>style.visibility</p:attrName>
                                        </p:attrNameLst>
                                      </p:cBhvr>
                                      <p:to>
                                        <p:strVal val="visible"/>
                                      </p:to>
                                    </p:set>
                                    <p:anim calcmode="discrete" valueType="clr">
                                      <p:cBhvr override="childStyle">
                                        <p:cTn id="53" dur="80"/>
                                        <p:tgtEl>
                                          <p:spTgt spid="109576">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54" dur="80"/>
                                        <p:tgtEl>
                                          <p:spTgt spid="109576">
                                            <p:txEl>
                                              <p:pRg st="3" end="3"/>
                                            </p:txEl>
                                          </p:spTgt>
                                        </p:tgtEl>
                                        <p:attrNameLst>
                                          <p:attrName>fillcolor</p:attrName>
                                        </p:attrNameLst>
                                      </p:cBhvr>
                                      <p:tavLst>
                                        <p:tav tm="0">
                                          <p:val>
                                            <p:clrVal>
                                              <a:schemeClr val="accent2"/>
                                            </p:clrVal>
                                          </p:val>
                                        </p:tav>
                                        <p:tav tm="50000">
                                          <p:val>
                                            <p:clrVal>
                                              <a:schemeClr val="hlink"/>
                                            </p:clrVal>
                                          </p:val>
                                        </p:tav>
                                      </p:tavLst>
                                    </p:anim>
                                    <p:set>
                                      <p:cBhvr>
                                        <p:cTn id="55" dur="80"/>
                                        <p:tgtEl>
                                          <p:spTgt spid="109576">
                                            <p:txEl>
                                              <p:pRg st="3" end="3"/>
                                            </p:txEl>
                                          </p:spTgt>
                                        </p:tgtEl>
                                        <p:attrNameLst>
                                          <p:attrName>fill.type</p:attrName>
                                        </p:attrNameLst>
                                      </p:cBhvr>
                                      <p:to>
                                        <p:strVal val="solid"/>
                                      </p:to>
                                    </p:set>
                                  </p:childTnLst>
                                </p:cTn>
                              </p:par>
                            </p:childTnLst>
                          </p:cTn>
                        </p:par>
                      </p:childTnLst>
                    </p:cTn>
                  </p:par>
                  <p:par>
                    <p:cTn id="56" fill="hold">
                      <p:stCondLst>
                        <p:cond delay="indefinite"/>
                      </p:stCondLst>
                      <p:childTnLst>
                        <p:par>
                          <p:cTn id="57" fill="hold">
                            <p:stCondLst>
                              <p:cond delay="0"/>
                            </p:stCondLst>
                            <p:childTnLst>
                              <p:par>
                                <p:cTn id="58" presetID="16" presetClass="entr" presetSubtype="37" fill="hold" grpId="0" nodeType="clickEffect">
                                  <p:stCondLst>
                                    <p:cond delay="0"/>
                                  </p:stCondLst>
                                  <p:childTnLst>
                                    <p:set>
                                      <p:cBhvr>
                                        <p:cTn id="59" dur="1" fill="hold">
                                          <p:stCondLst>
                                            <p:cond delay="0"/>
                                          </p:stCondLst>
                                        </p:cTn>
                                        <p:tgtEl>
                                          <p:spTgt spid="109577">
                                            <p:txEl>
                                              <p:pRg st="3" end="3"/>
                                            </p:txEl>
                                          </p:spTgt>
                                        </p:tgtEl>
                                        <p:attrNameLst>
                                          <p:attrName>style.visibility</p:attrName>
                                        </p:attrNameLst>
                                      </p:cBhvr>
                                      <p:to>
                                        <p:strVal val="visible"/>
                                      </p:to>
                                    </p:set>
                                    <p:animEffect transition="in" filter="barn(outVertical)">
                                      <p:cBhvr>
                                        <p:cTn id="60" dur="500"/>
                                        <p:tgtEl>
                                          <p:spTgt spid="109577">
                                            <p:txEl>
                                              <p:pRg st="3" end="3"/>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9" presetClass="entr" presetSubtype="0" fill="hold" grpId="0" nodeType="clickEffect">
                                  <p:stCondLst>
                                    <p:cond delay="0"/>
                                  </p:stCondLst>
                                  <p:childTnLst>
                                    <p:set>
                                      <p:cBhvr>
                                        <p:cTn id="64" dur="1" fill="hold">
                                          <p:stCondLst>
                                            <p:cond delay="0"/>
                                          </p:stCondLst>
                                        </p:cTn>
                                        <p:tgtEl>
                                          <p:spTgt spid="109574"/>
                                        </p:tgtEl>
                                        <p:attrNameLst>
                                          <p:attrName>style.visibility</p:attrName>
                                        </p:attrNameLst>
                                      </p:cBhvr>
                                      <p:to>
                                        <p:strVal val="visible"/>
                                      </p:to>
                                    </p:set>
                                    <p:animEffect transition="in" filter="dissolve">
                                      <p:cBhvr>
                                        <p:cTn id="65" dur="500"/>
                                        <p:tgtEl>
                                          <p:spTgt spid="1095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4" grpId="0"/>
      <p:bldP spid="109575" grpId="0" build="p" autoUpdateAnimBg="0"/>
      <p:bldP spid="109576" grpId="0" build="p" autoUpdateAnimBg="0"/>
      <p:bldP spid="109577" grpId="0" build="p" autoUpdateAnimBg="0"/>
      <p:bldP spid="2560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21" name="Text Box 5"/>
          <p:cNvSpPr txBox="1">
            <a:spLocks noChangeArrowheads="1"/>
          </p:cNvSpPr>
          <p:nvPr/>
        </p:nvSpPr>
        <p:spPr bwMode="auto">
          <a:xfrm>
            <a:off x="623393" y="2217809"/>
            <a:ext cx="5904656" cy="4194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eaLnBrk="1" hangingPunct="1">
              <a:lnSpc>
                <a:spcPct val="120000"/>
              </a:lnSpc>
              <a:spcBef>
                <a:spcPts val="0"/>
              </a:spcBef>
              <a:buFontTx/>
              <a:buNone/>
            </a:pPr>
            <a:r>
              <a:rPr lang="zh-CN" altLang="en-US" sz="24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解</a:t>
            </a:r>
            <a:r>
              <a:rPr lang="en-US" altLang="zh-CN" sz="24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 (</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endPar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gn="just" eaLnBrk="1" hangingPunct="1">
              <a:lnSpc>
                <a:spcPct val="120000"/>
              </a:lnSpc>
              <a:spcBef>
                <a:spcPts val="0"/>
              </a:spcBef>
              <a:buFontTx/>
              <a:buNone/>
            </a:pP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p>
          <a:p>
            <a:pPr algn="just" eaLnBrk="1" hangingPunct="1">
              <a:lnSpc>
                <a:spcPct val="120000"/>
              </a:lnSpc>
              <a:spcBef>
                <a:spcPts val="0"/>
              </a:spcBef>
              <a:buFontTx/>
              <a:buNone/>
            </a:pP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p>
          <a:p>
            <a:pPr algn="just" eaLnBrk="1" hangingPunct="1">
              <a:lnSpc>
                <a:spcPct val="120000"/>
              </a:lnSpc>
              <a:spcBef>
                <a:spcPts val="0"/>
              </a:spcBef>
              <a:buFontTx/>
              <a:buNone/>
            </a:pP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p>
          <a:p>
            <a:pPr algn="just" eaLnBrk="1" hangingPunct="1">
              <a:lnSpc>
                <a:spcPct val="120000"/>
              </a:lnSpc>
              <a:spcBef>
                <a:spcPts val="0"/>
              </a:spcBef>
              <a:buFontTx/>
              <a:buNone/>
            </a:pP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p>
          <a:p>
            <a:pPr algn="just" eaLnBrk="1" hangingPunct="1">
              <a:lnSpc>
                <a:spcPct val="120000"/>
              </a:lnSpc>
              <a:spcBef>
                <a:spcPts val="0"/>
              </a:spcBef>
              <a:buFontTx/>
              <a:buNone/>
            </a:pP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 (1∧(┐</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p>
          <a:p>
            <a:pPr algn="just" eaLnBrk="1" hangingPunct="1">
              <a:lnSpc>
                <a:spcPct val="120000"/>
              </a:lnSpc>
              <a:spcBef>
                <a:spcPts val="0"/>
              </a:spcBef>
              <a:buFontTx/>
              <a:buNone/>
            </a:pP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p>
          <a:p>
            <a:pPr algn="just" eaLnBrk="1" hangingPunct="1">
              <a:lnSpc>
                <a:spcPct val="120000"/>
              </a:lnSpc>
              <a:spcBef>
                <a:spcPts val="0"/>
              </a:spcBef>
              <a:buFontTx/>
              <a:buNone/>
            </a:pP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p>
          <a:p>
            <a:pPr algn="just" eaLnBrk="1" hangingPunct="1">
              <a:lnSpc>
                <a:spcPct val="120000"/>
              </a:lnSpc>
              <a:spcBef>
                <a:spcPts val="0"/>
              </a:spcBef>
              <a:buFontTx/>
              <a:buNone/>
            </a:pP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 1∨┐</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p>
          <a:p>
            <a:pPr algn="just" eaLnBrk="1" hangingPunct="1">
              <a:lnSpc>
                <a:spcPct val="120000"/>
              </a:lnSpc>
              <a:spcBef>
                <a:spcPts val="0"/>
              </a:spcBef>
              <a:buFontTx/>
              <a:buNone/>
            </a:pP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 1                                                </a:t>
            </a:r>
          </a:p>
          <a:p>
            <a:pPr algn="just" eaLnBrk="1" hangingPunct="1">
              <a:lnSpc>
                <a:spcPct val="120000"/>
              </a:lnSpc>
              <a:spcBef>
                <a:spcPts val="0"/>
              </a:spcBef>
              <a:buFontTx/>
              <a:buNone/>
            </a:pP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故 </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zh-CN" altLang="en-US"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是重言式。</a:t>
            </a:r>
          </a:p>
        </p:txBody>
      </p:sp>
      <p:sp>
        <p:nvSpPr>
          <p:cNvPr id="28675" name="Rectangle 6"/>
          <p:cNvSpPr>
            <a:spLocks noChangeArrowheads="1"/>
          </p:cNvSpPr>
          <p:nvPr/>
        </p:nvSpPr>
        <p:spPr bwMode="auto">
          <a:xfrm>
            <a:off x="407368" y="1628800"/>
            <a:ext cx="783579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例</a:t>
            </a:r>
            <a:r>
              <a:rPr lang="en-US" altLang="zh-CN" sz="2400" b="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3.2.4 </a:t>
            </a:r>
            <a:r>
              <a:rPr lang="zh-CN" altLang="en-US" sz="2400" b="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用等值演算判断下列公式的类型</a:t>
            </a:r>
            <a:r>
              <a:rPr lang="en-US" altLang="zh-CN" sz="2400" b="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b="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b="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endParaRPr lang="zh-CN" altLang="en-US"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1624" name="Text Box 8"/>
          <p:cNvSpPr txBox="1">
            <a:spLocks noChangeArrowheads="1"/>
          </p:cNvSpPr>
          <p:nvPr/>
        </p:nvSpPr>
        <p:spPr bwMode="auto">
          <a:xfrm>
            <a:off x="6312024" y="2338448"/>
            <a:ext cx="2674938" cy="37541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eaLnBrk="1" hangingPunct="1">
              <a:lnSpc>
                <a:spcPct val="120000"/>
              </a:lnSpc>
              <a:spcBef>
                <a:spcPts val="0"/>
              </a:spcBef>
              <a:buFontTx/>
              <a:buNone/>
            </a:pPr>
            <a:r>
              <a:rPr lang="en-US" altLang="zh-CN"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蕴含等值式</a:t>
            </a:r>
            <a:r>
              <a:rPr lang="en-US" altLang="zh-CN"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p>
          <a:p>
            <a:pPr algn="just" eaLnBrk="1" hangingPunct="1">
              <a:lnSpc>
                <a:spcPct val="120000"/>
              </a:lnSpc>
              <a:spcBef>
                <a:spcPts val="0"/>
              </a:spcBef>
              <a:buFontTx/>
              <a:buNone/>
            </a:pPr>
            <a:r>
              <a:rPr lang="en-US" altLang="zh-CN"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蕴含等值式</a:t>
            </a:r>
            <a:r>
              <a:rPr lang="en-US" altLang="zh-CN"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p>
          <a:p>
            <a:pPr algn="just" eaLnBrk="1" hangingPunct="1">
              <a:lnSpc>
                <a:spcPct val="120000"/>
              </a:lnSpc>
              <a:spcBef>
                <a:spcPts val="0"/>
              </a:spcBef>
              <a:buFontTx/>
              <a:buNone/>
            </a:pPr>
            <a:r>
              <a:rPr lang="en-US" altLang="zh-CN"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德摩根律</a:t>
            </a:r>
            <a:r>
              <a:rPr lang="en-US" altLang="zh-CN"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p>
          <a:p>
            <a:pPr algn="just" eaLnBrk="1" hangingPunct="1">
              <a:lnSpc>
                <a:spcPct val="120000"/>
              </a:lnSpc>
              <a:spcBef>
                <a:spcPts val="0"/>
              </a:spcBef>
              <a:buFontTx/>
              <a:buNone/>
            </a:pPr>
            <a:r>
              <a:rPr lang="en-US" altLang="zh-CN"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德摩根律</a:t>
            </a:r>
            <a:r>
              <a:rPr lang="en-US" altLang="zh-CN"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p>
          <a:p>
            <a:pPr algn="just" eaLnBrk="1" hangingPunct="1">
              <a:lnSpc>
                <a:spcPct val="120000"/>
              </a:lnSpc>
              <a:spcBef>
                <a:spcPts val="0"/>
              </a:spcBef>
              <a:buFontTx/>
              <a:buNone/>
            </a:pPr>
            <a:r>
              <a:rPr lang="en-US" altLang="zh-CN"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分配律</a:t>
            </a:r>
            <a:r>
              <a:rPr lang="en-US" altLang="zh-CN"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p>
          <a:p>
            <a:pPr algn="just" eaLnBrk="1" hangingPunct="1">
              <a:lnSpc>
                <a:spcPct val="120000"/>
              </a:lnSpc>
              <a:spcBef>
                <a:spcPts val="0"/>
              </a:spcBef>
              <a:buFontTx/>
              <a:buNone/>
            </a:pPr>
            <a:r>
              <a:rPr lang="en-US" altLang="zh-CN"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排中律</a:t>
            </a:r>
            <a:r>
              <a:rPr lang="en-US" altLang="zh-CN"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p>
          <a:p>
            <a:pPr algn="just" eaLnBrk="1" hangingPunct="1">
              <a:lnSpc>
                <a:spcPct val="120000"/>
              </a:lnSpc>
              <a:spcBef>
                <a:spcPts val="0"/>
              </a:spcBef>
              <a:buFontTx/>
              <a:buNone/>
            </a:pPr>
            <a:r>
              <a:rPr lang="en-US" altLang="zh-CN"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同一律</a:t>
            </a:r>
            <a:r>
              <a:rPr lang="en-US" altLang="zh-CN"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gn="just" eaLnBrk="1" hangingPunct="1">
              <a:lnSpc>
                <a:spcPct val="120000"/>
              </a:lnSpc>
              <a:spcBef>
                <a:spcPts val="0"/>
              </a:spcBef>
              <a:buFontTx/>
              <a:buNone/>
            </a:pPr>
            <a:r>
              <a:rPr lang="en-US" altLang="zh-CN"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交换律</a:t>
            </a:r>
            <a:r>
              <a:rPr lang="en-US" altLang="zh-CN"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结合律</a:t>
            </a:r>
            <a:r>
              <a:rPr lang="en-US" altLang="zh-CN"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gn="just" eaLnBrk="1" hangingPunct="1">
              <a:lnSpc>
                <a:spcPct val="120000"/>
              </a:lnSpc>
              <a:spcBef>
                <a:spcPts val="0"/>
              </a:spcBef>
              <a:buFontTx/>
              <a:buNone/>
            </a:pPr>
            <a:r>
              <a:rPr lang="en-US" altLang="zh-CN"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排中律</a:t>
            </a:r>
            <a:r>
              <a:rPr lang="en-US" altLang="zh-CN"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gn="just" eaLnBrk="1" hangingPunct="1">
              <a:lnSpc>
                <a:spcPct val="120000"/>
              </a:lnSpc>
              <a:spcBef>
                <a:spcPts val="0"/>
              </a:spcBef>
              <a:buFontTx/>
              <a:buNone/>
            </a:pPr>
            <a:r>
              <a:rPr lang="en-US" altLang="zh-CN"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零律</a:t>
            </a:r>
            <a:r>
              <a:rPr lang="en-US" altLang="zh-CN"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Rectangle 3"/>
          <p:cNvSpPr>
            <a:spLocks noChangeArrowheads="1"/>
          </p:cNvSpPr>
          <p:nvPr/>
        </p:nvSpPr>
        <p:spPr bwMode="auto">
          <a:xfrm>
            <a:off x="5287964" y="404813"/>
            <a:ext cx="4891087" cy="646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3.2.2 </a:t>
            </a:r>
            <a:r>
              <a:rPr lang="zh-CN" altLang="en-US"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等值演算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111621">
                                            <p:txEl>
                                              <p:pRg st="0" end="0"/>
                                            </p:txEl>
                                          </p:spTgt>
                                        </p:tgtEl>
                                        <p:attrNameLst>
                                          <p:attrName>style.visibility</p:attrName>
                                        </p:attrNameLst>
                                      </p:cBhvr>
                                      <p:to>
                                        <p:strVal val="visible"/>
                                      </p:to>
                                    </p:set>
                                    <p:anim calcmode="discrete" valueType="clr">
                                      <p:cBhvr override="childStyle">
                                        <p:cTn id="7" dur="80"/>
                                        <p:tgtEl>
                                          <p:spTgt spid="111621">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11621">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111621">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16" presetClass="entr" presetSubtype="37" fill="hold" grpId="0" nodeType="clickEffect">
                                  <p:stCondLst>
                                    <p:cond delay="0"/>
                                  </p:stCondLst>
                                  <p:childTnLst>
                                    <p:set>
                                      <p:cBhvr>
                                        <p:cTn id="13" dur="1" fill="hold">
                                          <p:stCondLst>
                                            <p:cond delay="0"/>
                                          </p:stCondLst>
                                        </p:cTn>
                                        <p:tgtEl>
                                          <p:spTgt spid="111624">
                                            <p:txEl>
                                              <p:pRg st="0" end="0"/>
                                            </p:txEl>
                                          </p:spTgt>
                                        </p:tgtEl>
                                        <p:attrNameLst>
                                          <p:attrName>style.visibility</p:attrName>
                                        </p:attrNameLst>
                                      </p:cBhvr>
                                      <p:to>
                                        <p:strVal val="visible"/>
                                      </p:to>
                                    </p:set>
                                    <p:animEffect transition="in" filter="barn(outVertical)">
                                      <p:cBhvr>
                                        <p:cTn id="14" dur="500"/>
                                        <p:tgtEl>
                                          <p:spTgt spid="111624">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7" presetClass="entr" presetSubtype="0" fill="hold" grpId="0" nodeType="clickEffect">
                                  <p:stCondLst>
                                    <p:cond delay="0"/>
                                  </p:stCondLst>
                                  <p:iterate type="lt">
                                    <p:tmPct val="50000"/>
                                  </p:iterate>
                                  <p:childTnLst>
                                    <p:set>
                                      <p:cBhvr>
                                        <p:cTn id="18" dur="1" fill="hold">
                                          <p:stCondLst>
                                            <p:cond delay="0"/>
                                          </p:stCondLst>
                                        </p:cTn>
                                        <p:tgtEl>
                                          <p:spTgt spid="111621">
                                            <p:txEl>
                                              <p:pRg st="1" end="1"/>
                                            </p:txEl>
                                          </p:spTgt>
                                        </p:tgtEl>
                                        <p:attrNameLst>
                                          <p:attrName>style.visibility</p:attrName>
                                        </p:attrNameLst>
                                      </p:cBhvr>
                                      <p:to>
                                        <p:strVal val="visible"/>
                                      </p:to>
                                    </p:set>
                                    <p:anim calcmode="discrete" valueType="clr">
                                      <p:cBhvr override="childStyle">
                                        <p:cTn id="19" dur="80"/>
                                        <p:tgtEl>
                                          <p:spTgt spid="111621">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0" dur="80"/>
                                        <p:tgtEl>
                                          <p:spTgt spid="111621">
                                            <p:txEl>
                                              <p:pRg st="1" end="1"/>
                                            </p:txEl>
                                          </p:spTgt>
                                        </p:tgtEl>
                                        <p:attrNameLst>
                                          <p:attrName>fillcolor</p:attrName>
                                        </p:attrNameLst>
                                      </p:cBhvr>
                                      <p:tavLst>
                                        <p:tav tm="0">
                                          <p:val>
                                            <p:clrVal>
                                              <a:schemeClr val="accent2"/>
                                            </p:clrVal>
                                          </p:val>
                                        </p:tav>
                                        <p:tav tm="50000">
                                          <p:val>
                                            <p:clrVal>
                                              <a:schemeClr val="hlink"/>
                                            </p:clrVal>
                                          </p:val>
                                        </p:tav>
                                      </p:tavLst>
                                    </p:anim>
                                    <p:set>
                                      <p:cBhvr>
                                        <p:cTn id="21" dur="80"/>
                                        <p:tgtEl>
                                          <p:spTgt spid="111621">
                                            <p:txEl>
                                              <p:pRg st="1" end="1"/>
                                            </p:txEl>
                                          </p:spTgt>
                                        </p:tgtEl>
                                        <p:attrNameLst>
                                          <p:attrName>fill.type</p:attrName>
                                        </p:attrNameLst>
                                      </p:cBhvr>
                                      <p:to>
                                        <p:strVal val="solid"/>
                                      </p:to>
                                    </p:set>
                                  </p:childTnLst>
                                </p:cTn>
                              </p:par>
                            </p:childTnLst>
                          </p:cTn>
                        </p:par>
                      </p:childTnLst>
                    </p:cTn>
                  </p:par>
                  <p:par>
                    <p:cTn id="22" fill="hold">
                      <p:stCondLst>
                        <p:cond delay="indefinite"/>
                      </p:stCondLst>
                      <p:childTnLst>
                        <p:par>
                          <p:cTn id="23" fill="hold">
                            <p:stCondLst>
                              <p:cond delay="0"/>
                            </p:stCondLst>
                            <p:childTnLst>
                              <p:par>
                                <p:cTn id="24" presetID="16" presetClass="entr" presetSubtype="37" fill="hold" grpId="0" nodeType="clickEffect">
                                  <p:stCondLst>
                                    <p:cond delay="0"/>
                                  </p:stCondLst>
                                  <p:childTnLst>
                                    <p:set>
                                      <p:cBhvr>
                                        <p:cTn id="25" dur="1" fill="hold">
                                          <p:stCondLst>
                                            <p:cond delay="0"/>
                                          </p:stCondLst>
                                        </p:cTn>
                                        <p:tgtEl>
                                          <p:spTgt spid="111624">
                                            <p:txEl>
                                              <p:pRg st="1" end="1"/>
                                            </p:txEl>
                                          </p:spTgt>
                                        </p:tgtEl>
                                        <p:attrNameLst>
                                          <p:attrName>style.visibility</p:attrName>
                                        </p:attrNameLst>
                                      </p:cBhvr>
                                      <p:to>
                                        <p:strVal val="visible"/>
                                      </p:to>
                                    </p:set>
                                    <p:animEffect transition="in" filter="barn(outVertical)">
                                      <p:cBhvr>
                                        <p:cTn id="26" dur="500"/>
                                        <p:tgtEl>
                                          <p:spTgt spid="111624">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7" presetClass="entr" presetSubtype="0" fill="hold" grpId="0" nodeType="clickEffect">
                                  <p:stCondLst>
                                    <p:cond delay="0"/>
                                  </p:stCondLst>
                                  <p:iterate type="lt">
                                    <p:tmPct val="50000"/>
                                  </p:iterate>
                                  <p:childTnLst>
                                    <p:set>
                                      <p:cBhvr>
                                        <p:cTn id="30" dur="1" fill="hold">
                                          <p:stCondLst>
                                            <p:cond delay="0"/>
                                          </p:stCondLst>
                                        </p:cTn>
                                        <p:tgtEl>
                                          <p:spTgt spid="111621">
                                            <p:txEl>
                                              <p:pRg st="2" end="2"/>
                                            </p:txEl>
                                          </p:spTgt>
                                        </p:tgtEl>
                                        <p:attrNameLst>
                                          <p:attrName>style.visibility</p:attrName>
                                        </p:attrNameLst>
                                      </p:cBhvr>
                                      <p:to>
                                        <p:strVal val="visible"/>
                                      </p:to>
                                    </p:set>
                                    <p:anim calcmode="discrete" valueType="clr">
                                      <p:cBhvr override="childStyle">
                                        <p:cTn id="31" dur="80"/>
                                        <p:tgtEl>
                                          <p:spTgt spid="111621">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2" dur="80"/>
                                        <p:tgtEl>
                                          <p:spTgt spid="111621">
                                            <p:txEl>
                                              <p:pRg st="2" end="2"/>
                                            </p:txEl>
                                          </p:spTgt>
                                        </p:tgtEl>
                                        <p:attrNameLst>
                                          <p:attrName>fillcolor</p:attrName>
                                        </p:attrNameLst>
                                      </p:cBhvr>
                                      <p:tavLst>
                                        <p:tav tm="0">
                                          <p:val>
                                            <p:clrVal>
                                              <a:schemeClr val="accent2"/>
                                            </p:clrVal>
                                          </p:val>
                                        </p:tav>
                                        <p:tav tm="50000">
                                          <p:val>
                                            <p:clrVal>
                                              <a:schemeClr val="hlink"/>
                                            </p:clrVal>
                                          </p:val>
                                        </p:tav>
                                      </p:tavLst>
                                    </p:anim>
                                    <p:set>
                                      <p:cBhvr>
                                        <p:cTn id="33" dur="80"/>
                                        <p:tgtEl>
                                          <p:spTgt spid="111621">
                                            <p:txEl>
                                              <p:pRg st="2" end="2"/>
                                            </p:txEl>
                                          </p:spTgt>
                                        </p:tgtEl>
                                        <p:attrNameLst>
                                          <p:attrName>fill.type</p:attrName>
                                        </p:attrNameLst>
                                      </p:cBhvr>
                                      <p:to>
                                        <p:strVal val="solid"/>
                                      </p:to>
                                    </p:set>
                                  </p:childTnLst>
                                </p:cTn>
                              </p:par>
                            </p:childTnLst>
                          </p:cTn>
                        </p:par>
                      </p:childTnLst>
                    </p:cTn>
                  </p:par>
                  <p:par>
                    <p:cTn id="34" fill="hold">
                      <p:stCondLst>
                        <p:cond delay="indefinite"/>
                      </p:stCondLst>
                      <p:childTnLst>
                        <p:par>
                          <p:cTn id="35" fill="hold">
                            <p:stCondLst>
                              <p:cond delay="0"/>
                            </p:stCondLst>
                            <p:childTnLst>
                              <p:par>
                                <p:cTn id="36" presetID="16" presetClass="entr" presetSubtype="37" fill="hold" grpId="0" nodeType="clickEffect">
                                  <p:stCondLst>
                                    <p:cond delay="0"/>
                                  </p:stCondLst>
                                  <p:childTnLst>
                                    <p:set>
                                      <p:cBhvr>
                                        <p:cTn id="37" dur="1" fill="hold">
                                          <p:stCondLst>
                                            <p:cond delay="0"/>
                                          </p:stCondLst>
                                        </p:cTn>
                                        <p:tgtEl>
                                          <p:spTgt spid="111624">
                                            <p:txEl>
                                              <p:pRg st="2" end="2"/>
                                            </p:txEl>
                                          </p:spTgt>
                                        </p:tgtEl>
                                        <p:attrNameLst>
                                          <p:attrName>style.visibility</p:attrName>
                                        </p:attrNameLst>
                                      </p:cBhvr>
                                      <p:to>
                                        <p:strVal val="visible"/>
                                      </p:to>
                                    </p:set>
                                    <p:animEffect transition="in" filter="barn(outVertical)">
                                      <p:cBhvr>
                                        <p:cTn id="38" dur="500"/>
                                        <p:tgtEl>
                                          <p:spTgt spid="111624">
                                            <p:txEl>
                                              <p:pRg st="2" end="2"/>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7" presetClass="entr" presetSubtype="0" fill="hold" grpId="0" nodeType="clickEffect">
                                  <p:stCondLst>
                                    <p:cond delay="0"/>
                                  </p:stCondLst>
                                  <p:iterate type="lt">
                                    <p:tmPct val="50000"/>
                                  </p:iterate>
                                  <p:childTnLst>
                                    <p:set>
                                      <p:cBhvr>
                                        <p:cTn id="42" dur="1" fill="hold">
                                          <p:stCondLst>
                                            <p:cond delay="0"/>
                                          </p:stCondLst>
                                        </p:cTn>
                                        <p:tgtEl>
                                          <p:spTgt spid="111621">
                                            <p:txEl>
                                              <p:pRg st="3" end="3"/>
                                            </p:txEl>
                                          </p:spTgt>
                                        </p:tgtEl>
                                        <p:attrNameLst>
                                          <p:attrName>style.visibility</p:attrName>
                                        </p:attrNameLst>
                                      </p:cBhvr>
                                      <p:to>
                                        <p:strVal val="visible"/>
                                      </p:to>
                                    </p:set>
                                    <p:anim calcmode="discrete" valueType="clr">
                                      <p:cBhvr override="childStyle">
                                        <p:cTn id="43" dur="80"/>
                                        <p:tgtEl>
                                          <p:spTgt spid="111621">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4" dur="80"/>
                                        <p:tgtEl>
                                          <p:spTgt spid="111621">
                                            <p:txEl>
                                              <p:pRg st="3" end="3"/>
                                            </p:txEl>
                                          </p:spTgt>
                                        </p:tgtEl>
                                        <p:attrNameLst>
                                          <p:attrName>fillcolor</p:attrName>
                                        </p:attrNameLst>
                                      </p:cBhvr>
                                      <p:tavLst>
                                        <p:tav tm="0">
                                          <p:val>
                                            <p:clrVal>
                                              <a:schemeClr val="accent2"/>
                                            </p:clrVal>
                                          </p:val>
                                        </p:tav>
                                        <p:tav tm="50000">
                                          <p:val>
                                            <p:clrVal>
                                              <a:schemeClr val="hlink"/>
                                            </p:clrVal>
                                          </p:val>
                                        </p:tav>
                                      </p:tavLst>
                                    </p:anim>
                                    <p:set>
                                      <p:cBhvr>
                                        <p:cTn id="45" dur="80"/>
                                        <p:tgtEl>
                                          <p:spTgt spid="111621">
                                            <p:txEl>
                                              <p:pRg st="3" end="3"/>
                                            </p:txEl>
                                          </p:spTgt>
                                        </p:tgtEl>
                                        <p:attrNameLst>
                                          <p:attrName>fill.type</p:attrName>
                                        </p:attrNameLst>
                                      </p:cBhvr>
                                      <p:to>
                                        <p:strVal val="solid"/>
                                      </p:to>
                                    </p:set>
                                  </p:childTnLst>
                                </p:cTn>
                              </p:par>
                            </p:childTnLst>
                          </p:cTn>
                        </p:par>
                      </p:childTnLst>
                    </p:cTn>
                  </p:par>
                  <p:par>
                    <p:cTn id="46" fill="hold">
                      <p:stCondLst>
                        <p:cond delay="indefinite"/>
                      </p:stCondLst>
                      <p:childTnLst>
                        <p:par>
                          <p:cTn id="47" fill="hold">
                            <p:stCondLst>
                              <p:cond delay="0"/>
                            </p:stCondLst>
                            <p:childTnLst>
                              <p:par>
                                <p:cTn id="48" presetID="16" presetClass="entr" presetSubtype="37" fill="hold" grpId="0" nodeType="clickEffect">
                                  <p:stCondLst>
                                    <p:cond delay="0"/>
                                  </p:stCondLst>
                                  <p:childTnLst>
                                    <p:set>
                                      <p:cBhvr>
                                        <p:cTn id="49" dur="1" fill="hold">
                                          <p:stCondLst>
                                            <p:cond delay="0"/>
                                          </p:stCondLst>
                                        </p:cTn>
                                        <p:tgtEl>
                                          <p:spTgt spid="111624">
                                            <p:txEl>
                                              <p:pRg st="3" end="3"/>
                                            </p:txEl>
                                          </p:spTgt>
                                        </p:tgtEl>
                                        <p:attrNameLst>
                                          <p:attrName>style.visibility</p:attrName>
                                        </p:attrNameLst>
                                      </p:cBhvr>
                                      <p:to>
                                        <p:strVal val="visible"/>
                                      </p:to>
                                    </p:set>
                                    <p:animEffect transition="in" filter="barn(outVertical)">
                                      <p:cBhvr>
                                        <p:cTn id="50" dur="500"/>
                                        <p:tgtEl>
                                          <p:spTgt spid="111624">
                                            <p:txEl>
                                              <p:pRg st="3" end="3"/>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27" presetClass="entr" presetSubtype="0" fill="hold" grpId="0" nodeType="clickEffect">
                                  <p:stCondLst>
                                    <p:cond delay="0"/>
                                  </p:stCondLst>
                                  <p:iterate type="lt">
                                    <p:tmPct val="50000"/>
                                  </p:iterate>
                                  <p:childTnLst>
                                    <p:set>
                                      <p:cBhvr>
                                        <p:cTn id="54" dur="1" fill="hold">
                                          <p:stCondLst>
                                            <p:cond delay="0"/>
                                          </p:stCondLst>
                                        </p:cTn>
                                        <p:tgtEl>
                                          <p:spTgt spid="111621">
                                            <p:txEl>
                                              <p:pRg st="4" end="4"/>
                                            </p:txEl>
                                          </p:spTgt>
                                        </p:tgtEl>
                                        <p:attrNameLst>
                                          <p:attrName>style.visibility</p:attrName>
                                        </p:attrNameLst>
                                      </p:cBhvr>
                                      <p:to>
                                        <p:strVal val="visible"/>
                                      </p:to>
                                    </p:set>
                                    <p:anim calcmode="discrete" valueType="clr">
                                      <p:cBhvr override="childStyle">
                                        <p:cTn id="55" dur="80"/>
                                        <p:tgtEl>
                                          <p:spTgt spid="111621">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56" dur="80"/>
                                        <p:tgtEl>
                                          <p:spTgt spid="111621">
                                            <p:txEl>
                                              <p:pRg st="4" end="4"/>
                                            </p:txEl>
                                          </p:spTgt>
                                        </p:tgtEl>
                                        <p:attrNameLst>
                                          <p:attrName>fillcolor</p:attrName>
                                        </p:attrNameLst>
                                      </p:cBhvr>
                                      <p:tavLst>
                                        <p:tav tm="0">
                                          <p:val>
                                            <p:clrVal>
                                              <a:schemeClr val="accent2"/>
                                            </p:clrVal>
                                          </p:val>
                                        </p:tav>
                                        <p:tav tm="50000">
                                          <p:val>
                                            <p:clrVal>
                                              <a:schemeClr val="hlink"/>
                                            </p:clrVal>
                                          </p:val>
                                        </p:tav>
                                      </p:tavLst>
                                    </p:anim>
                                    <p:set>
                                      <p:cBhvr>
                                        <p:cTn id="57" dur="80"/>
                                        <p:tgtEl>
                                          <p:spTgt spid="111621">
                                            <p:txEl>
                                              <p:pRg st="4" end="4"/>
                                            </p:txEl>
                                          </p:spTgt>
                                        </p:tgtEl>
                                        <p:attrNameLst>
                                          <p:attrName>fill.type</p:attrName>
                                        </p:attrNameLst>
                                      </p:cBhvr>
                                      <p:to>
                                        <p:strVal val="solid"/>
                                      </p:to>
                                    </p:set>
                                  </p:childTnLst>
                                </p:cTn>
                              </p:par>
                            </p:childTnLst>
                          </p:cTn>
                        </p:par>
                      </p:childTnLst>
                    </p:cTn>
                  </p:par>
                  <p:par>
                    <p:cTn id="58" fill="hold">
                      <p:stCondLst>
                        <p:cond delay="indefinite"/>
                      </p:stCondLst>
                      <p:childTnLst>
                        <p:par>
                          <p:cTn id="59" fill="hold">
                            <p:stCondLst>
                              <p:cond delay="0"/>
                            </p:stCondLst>
                            <p:childTnLst>
                              <p:par>
                                <p:cTn id="60" presetID="16" presetClass="entr" presetSubtype="37" fill="hold" grpId="0" nodeType="clickEffect">
                                  <p:stCondLst>
                                    <p:cond delay="0"/>
                                  </p:stCondLst>
                                  <p:childTnLst>
                                    <p:set>
                                      <p:cBhvr>
                                        <p:cTn id="61" dur="1" fill="hold">
                                          <p:stCondLst>
                                            <p:cond delay="0"/>
                                          </p:stCondLst>
                                        </p:cTn>
                                        <p:tgtEl>
                                          <p:spTgt spid="111624">
                                            <p:txEl>
                                              <p:pRg st="4" end="4"/>
                                            </p:txEl>
                                          </p:spTgt>
                                        </p:tgtEl>
                                        <p:attrNameLst>
                                          <p:attrName>style.visibility</p:attrName>
                                        </p:attrNameLst>
                                      </p:cBhvr>
                                      <p:to>
                                        <p:strVal val="visible"/>
                                      </p:to>
                                    </p:set>
                                    <p:animEffect transition="in" filter="barn(outVertical)">
                                      <p:cBhvr>
                                        <p:cTn id="62" dur="500"/>
                                        <p:tgtEl>
                                          <p:spTgt spid="111624">
                                            <p:txEl>
                                              <p:pRg st="4" end="4"/>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7" presetClass="entr" presetSubtype="0" fill="hold" grpId="0" nodeType="clickEffect">
                                  <p:stCondLst>
                                    <p:cond delay="0"/>
                                  </p:stCondLst>
                                  <p:iterate type="lt">
                                    <p:tmPct val="50000"/>
                                  </p:iterate>
                                  <p:childTnLst>
                                    <p:set>
                                      <p:cBhvr>
                                        <p:cTn id="66" dur="1" fill="hold">
                                          <p:stCondLst>
                                            <p:cond delay="0"/>
                                          </p:stCondLst>
                                        </p:cTn>
                                        <p:tgtEl>
                                          <p:spTgt spid="111621">
                                            <p:txEl>
                                              <p:pRg st="5" end="5"/>
                                            </p:txEl>
                                          </p:spTgt>
                                        </p:tgtEl>
                                        <p:attrNameLst>
                                          <p:attrName>style.visibility</p:attrName>
                                        </p:attrNameLst>
                                      </p:cBhvr>
                                      <p:to>
                                        <p:strVal val="visible"/>
                                      </p:to>
                                    </p:set>
                                    <p:anim calcmode="discrete" valueType="clr">
                                      <p:cBhvr override="childStyle">
                                        <p:cTn id="67" dur="80"/>
                                        <p:tgtEl>
                                          <p:spTgt spid="111621">
                                            <p:txEl>
                                              <p:pRg st="5" end="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68" dur="80"/>
                                        <p:tgtEl>
                                          <p:spTgt spid="111621">
                                            <p:txEl>
                                              <p:pRg st="5" end="5"/>
                                            </p:txEl>
                                          </p:spTgt>
                                        </p:tgtEl>
                                        <p:attrNameLst>
                                          <p:attrName>fillcolor</p:attrName>
                                        </p:attrNameLst>
                                      </p:cBhvr>
                                      <p:tavLst>
                                        <p:tav tm="0">
                                          <p:val>
                                            <p:clrVal>
                                              <a:schemeClr val="accent2"/>
                                            </p:clrVal>
                                          </p:val>
                                        </p:tav>
                                        <p:tav tm="50000">
                                          <p:val>
                                            <p:clrVal>
                                              <a:schemeClr val="hlink"/>
                                            </p:clrVal>
                                          </p:val>
                                        </p:tav>
                                      </p:tavLst>
                                    </p:anim>
                                    <p:set>
                                      <p:cBhvr>
                                        <p:cTn id="69" dur="80"/>
                                        <p:tgtEl>
                                          <p:spTgt spid="111621">
                                            <p:txEl>
                                              <p:pRg st="5" end="5"/>
                                            </p:txEl>
                                          </p:spTgt>
                                        </p:tgtEl>
                                        <p:attrNameLst>
                                          <p:attrName>fill.type</p:attrName>
                                        </p:attrNameLst>
                                      </p:cBhvr>
                                      <p:to>
                                        <p:strVal val="solid"/>
                                      </p:to>
                                    </p:set>
                                  </p:childTnLst>
                                </p:cTn>
                              </p:par>
                            </p:childTnLst>
                          </p:cTn>
                        </p:par>
                      </p:childTnLst>
                    </p:cTn>
                  </p:par>
                  <p:par>
                    <p:cTn id="70" fill="hold">
                      <p:stCondLst>
                        <p:cond delay="indefinite"/>
                      </p:stCondLst>
                      <p:childTnLst>
                        <p:par>
                          <p:cTn id="71" fill="hold">
                            <p:stCondLst>
                              <p:cond delay="0"/>
                            </p:stCondLst>
                            <p:childTnLst>
                              <p:par>
                                <p:cTn id="72" presetID="16" presetClass="entr" presetSubtype="37" fill="hold" grpId="0" nodeType="clickEffect">
                                  <p:stCondLst>
                                    <p:cond delay="0"/>
                                  </p:stCondLst>
                                  <p:childTnLst>
                                    <p:set>
                                      <p:cBhvr>
                                        <p:cTn id="73" dur="1" fill="hold">
                                          <p:stCondLst>
                                            <p:cond delay="0"/>
                                          </p:stCondLst>
                                        </p:cTn>
                                        <p:tgtEl>
                                          <p:spTgt spid="111624">
                                            <p:txEl>
                                              <p:pRg st="5" end="5"/>
                                            </p:txEl>
                                          </p:spTgt>
                                        </p:tgtEl>
                                        <p:attrNameLst>
                                          <p:attrName>style.visibility</p:attrName>
                                        </p:attrNameLst>
                                      </p:cBhvr>
                                      <p:to>
                                        <p:strVal val="visible"/>
                                      </p:to>
                                    </p:set>
                                    <p:animEffect transition="in" filter="barn(outVertical)">
                                      <p:cBhvr>
                                        <p:cTn id="74" dur="500"/>
                                        <p:tgtEl>
                                          <p:spTgt spid="111624">
                                            <p:txEl>
                                              <p:pRg st="5" end="5"/>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27" presetClass="entr" presetSubtype="0" fill="hold" grpId="0" nodeType="clickEffect">
                                  <p:stCondLst>
                                    <p:cond delay="0"/>
                                  </p:stCondLst>
                                  <p:iterate type="lt">
                                    <p:tmPct val="50000"/>
                                  </p:iterate>
                                  <p:childTnLst>
                                    <p:set>
                                      <p:cBhvr>
                                        <p:cTn id="78" dur="1" fill="hold">
                                          <p:stCondLst>
                                            <p:cond delay="0"/>
                                          </p:stCondLst>
                                        </p:cTn>
                                        <p:tgtEl>
                                          <p:spTgt spid="111621">
                                            <p:txEl>
                                              <p:pRg st="6" end="6"/>
                                            </p:txEl>
                                          </p:spTgt>
                                        </p:tgtEl>
                                        <p:attrNameLst>
                                          <p:attrName>style.visibility</p:attrName>
                                        </p:attrNameLst>
                                      </p:cBhvr>
                                      <p:to>
                                        <p:strVal val="visible"/>
                                      </p:to>
                                    </p:set>
                                    <p:anim calcmode="discrete" valueType="clr">
                                      <p:cBhvr override="childStyle">
                                        <p:cTn id="79" dur="80"/>
                                        <p:tgtEl>
                                          <p:spTgt spid="111621">
                                            <p:txEl>
                                              <p:pRg st="6" end="6"/>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0" dur="80"/>
                                        <p:tgtEl>
                                          <p:spTgt spid="111621">
                                            <p:txEl>
                                              <p:pRg st="6" end="6"/>
                                            </p:txEl>
                                          </p:spTgt>
                                        </p:tgtEl>
                                        <p:attrNameLst>
                                          <p:attrName>fillcolor</p:attrName>
                                        </p:attrNameLst>
                                      </p:cBhvr>
                                      <p:tavLst>
                                        <p:tav tm="0">
                                          <p:val>
                                            <p:clrVal>
                                              <a:schemeClr val="accent2"/>
                                            </p:clrVal>
                                          </p:val>
                                        </p:tav>
                                        <p:tav tm="50000">
                                          <p:val>
                                            <p:clrVal>
                                              <a:schemeClr val="hlink"/>
                                            </p:clrVal>
                                          </p:val>
                                        </p:tav>
                                      </p:tavLst>
                                    </p:anim>
                                    <p:set>
                                      <p:cBhvr>
                                        <p:cTn id="81" dur="80"/>
                                        <p:tgtEl>
                                          <p:spTgt spid="111621">
                                            <p:txEl>
                                              <p:pRg st="6" end="6"/>
                                            </p:txEl>
                                          </p:spTgt>
                                        </p:tgtEl>
                                        <p:attrNameLst>
                                          <p:attrName>fill.type</p:attrName>
                                        </p:attrNameLst>
                                      </p:cBhvr>
                                      <p:to>
                                        <p:strVal val="solid"/>
                                      </p:to>
                                    </p:set>
                                  </p:childTnLst>
                                </p:cTn>
                              </p:par>
                            </p:childTnLst>
                          </p:cTn>
                        </p:par>
                      </p:childTnLst>
                    </p:cTn>
                  </p:par>
                  <p:par>
                    <p:cTn id="82" fill="hold">
                      <p:stCondLst>
                        <p:cond delay="indefinite"/>
                      </p:stCondLst>
                      <p:childTnLst>
                        <p:par>
                          <p:cTn id="83" fill="hold">
                            <p:stCondLst>
                              <p:cond delay="0"/>
                            </p:stCondLst>
                            <p:childTnLst>
                              <p:par>
                                <p:cTn id="84" presetID="16" presetClass="entr" presetSubtype="37" fill="hold" grpId="0" nodeType="clickEffect">
                                  <p:stCondLst>
                                    <p:cond delay="0"/>
                                  </p:stCondLst>
                                  <p:childTnLst>
                                    <p:set>
                                      <p:cBhvr>
                                        <p:cTn id="85" dur="1" fill="hold">
                                          <p:stCondLst>
                                            <p:cond delay="0"/>
                                          </p:stCondLst>
                                        </p:cTn>
                                        <p:tgtEl>
                                          <p:spTgt spid="111624">
                                            <p:txEl>
                                              <p:pRg st="6" end="6"/>
                                            </p:txEl>
                                          </p:spTgt>
                                        </p:tgtEl>
                                        <p:attrNameLst>
                                          <p:attrName>style.visibility</p:attrName>
                                        </p:attrNameLst>
                                      </p:cBhvr>
                                      <p:to>
                                        <p:strVal val="visible"/>
                                      </p:to>
                                    </p:set>
                                    <p:animEffect transition="in" filter="barn(outVertical)">
                                      <p:cBhvr>
                                        <p:cTn id="86" dur="500"/>
                                        <p:tgtEl>
                                          <p:spTgt spid="111624">
                                            <p:txEl>
                                              <p:pRg st="6" end="6"/>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27" presetClass="entr" presetSubtype="0" fill="hold" grpId="0" nodeType="clickEffect">
                                  <p:stCondLst>
                                    <p:cond delay="0"/>
                                  </p:stCondLst>
                                  <p:iterate type="lt">
                                    <p:tmPct val="50000"/>
                                  </p:iterate>
                                  <p:childTnLst>
                                    <p:set>
                                      <p:cBhvr>
                                        <p:cTn id="90" dur="1" fill="hold">
                                          <p:stCondLst>
                                            <p:cond delay="0"/>
                                          </p:stCondLst>
                                        </p:cTn>
                                        <p:tgtEl>
                                          <p:spTgt spid="111621">
                                            <p:txEl>
                                              <p:pRg st="7" end="7"/>
                                            </p:txEl>
                                          </p:spTgt>
                                        </p:tgtEl>
                                        <p:attrNameLst>
                                          <p:attrName>style.visibility</p:attrName>
                                        </p:attrNameLst>
                                      </p:cBhvr>
                                      <p:to>
                                        <p:strVal val="visible"/>
                                      </p:to>
                                    </p:set>
                                    <p:anim calcmode="discrete" valueType="clr">
                                      <p:cBhvr override="childStyle">
                                        <p:cTn id="91" dur="80"/>
                                        <p:tgtEl>
                                          <p:spTgt spid="111621">
                                            <p:txEl>
                                              <p:pRg st="7" end="7"/>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92" dur="80"/>
                                        <p:tgtEl>
                                          <p:spTgt spid="111621">
                                            <p:txEl>
                                              <p:pRg st="7" end="7"/>
                                            </p:txEl>
                                          </p:spTgt>
                                        </p:tgtEl>
                                        <p:attrNameLst>
                                          <p:attrName>fillcolor</p:attrName>
                                        </p:attrNameLst>
                                      </p:cBhvr>
                                      <p:tavLst>
                                        <p:tav tm="0">
                                          <p:val>
                                            <p:clrVal>
                                              <a:schemeClr val="accent2"/>
                                            </p:clrVal>
                                          </p:val>
                                        </p:tav>
                                        <p:tav tm="50000">
                                          <p:val>
                                            <p:clrVal>
                                              <a:schemeClr val="hlink"/>
                                            </p:clrVal>
                                          </p:val>
                                        </p:tav>
                                      </p:tavLst>
                                    </p:anim>
                                    <p:set>
                                      <p:cBhvr>
                                        <p:cTn id="93" dur="80"/>
                                        <p:tgtEl>
                                          <p:spTgt spid="111621">
                                            <p:txEl>
                                              <p:pRg st="7" end="7"/>
                                            </p:txEl>
                                          </p:spTgt>
                                        </p:tgtEl>
                                        <p:attrNameLst>
                                          <p:attrName>fill.type</p:attrName>
                                        </p:attrNameLst>
                                      </p:cBhvr>
                                      <p:to>
                                        <p:strVal val="solid"/>
                                      </p:to>
                                    </p:set>
                                  </p:childTnLst>
                                </p:cTn>
                              </p:par>
                            </p:childTnLst>
                          </p:cTn>
                        </p:par>
                      </p:childTnLst>
                    </p:cTn>
                  </p:par>
                  <p:par>
                    <p:cTn id="94" fill="hold">
                      <p:stCondLst>
                        <p:cond delay="indefinite"/>
                      </p:stCondLst>
                      <p:childTnLst>
                        <p:par>
                          <p:cTn id="95" fill="hold">
                            <p:stCondLst>
                              <p:cond delay="0"/>
                            </p:stCondLst>
                            <p:childTnLst>
                              <p:par>
                                <p:cTn id="96" presetID="16" presetClass="entr" presetSubtype="37" fill="hold" grpId="0" nodeType="clickEffect">
                                  <p:stCondLst>
                                    <p:cond delay="0"/>
                                  </p:stCondLst>
                                  <p:childTnLst>
                                    <p:set>
                                      <p:cBhvr>
                                        <p:cTn id="97" dur="1" fill="hold">
                                          <p:stCondLst>
                                            <p:cond delay="0"/>
                                          </p:stCondLst>
                                        </p:cTn>
                                        <p:tgtEl>
                                          <p:spTgt spid="111624">
                                            <p:txEl>
                                              <p:pRg st="7" end="7"/>
                                            </p:txEl>
                                          </p:spTgt>
                                        </p:tgtEl>
                                        <p:attrNameLst>
                                          <p:attrName>style.visibility</p:attrName>
                                        </p:attrNameLst>
                                      </p:cBhvr>
                                      <p:to>
                                        <p:strVal val="visible"/>
                                      </p:to>
                                    </p:set>
                                    <p:animEffect transition="in" filter="barn(outVertical)">
                                      <p:cBhvr>
                                        <p:cTn id="98" dur="500"/>
                                        <p:tgtEl>
                                          <p:spTgt spid="111624">
                                            <p:txEl>
                                              <p:pRg st="7" end="7"/>
                                            </p:txEl>
                                          </p:spTgt>
                                        </p:tgtEl>
                                      </p:cBhvr>
                                    </p:animEffect>
                                  </p:childTnLst>
                                </p:cTn>
                              </p:par>
                            </p:childTnLst>
                          </p:cTn>
                        </p:par>
                      </p:childTnLst>
                    </p:cTn>
                  </p:par>
                  <p:par>
                    <p:cTn id="99" fill="hold">
                      <p:stCondLst>
                        <p:cond delay="indefinite"/>
                      </p:stCondLst>
                      <p:childTnLst>
                        <p:par>
                          <p:cTn id="100" fill="hold">
                            <p:stCondLst>
                              <p:cond delay="0"/>
                            </p:stCondLst>
                            <p:childTnLst>
                              <p:par>
                                <p:cTn id="101" presetID="27" presetClass="entr" presetSubtype="0" fill="hold" grpId="0" nodeType="clickEffect">
                                  <p:stCondLst>
                                    <p:cond delay="0"/>
                                  </p:stCondLst>
                                  <p:iterate type="lt">
                                    <p:tmPct val="50000"/>
                                  </p:iterate>
                                  <p:childTnLst>
                                    <p:set>
                                      <p:cBhvr>
                                        <p:cTn id="102" dur="1" fill="hold">
                                          <p:stCondLst>
                                            <p:cond delay="0"/>
                                          </p:stCondLst>
                                        </p:cTn>
                                        <p:tgtEl>
                                          <p:spTgt spid="111621">
                                            <p:txEl>
                                              <p:pRg st="8" end="8"/>
                                            </p:txEl>
                                          </p:spTgt>
                                        </p:tgtEl>
                                        <p:attrNameLst>
                                          <p:attrName>style.visibility</p:attrName>
                                        </p:attrNameLst>
                                      </p:cBhvr>
                                      <p:to>
                                        <p:strVal val="visible"/>
                                      </p:to>
                                    </p:set>
                                    <p:anim calcmode="discrete" valueType="clr">
                                      <p:cBhvr override="childStyle">
                                        <p:cTn id="103" dur="80"/>
                                        <p:tgtEl>
                                          <p:spTgt spid="111621">
                                            <p:txEl>
                                              <p:pRg st="8" end="8"/>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04" dur="80"/>
                                        <p:tgtEl>
                                          <p:spTgt spid="111621">
                                            <p:txEl>
                                              <p:pRg st="8" end="8"/>
                                            </p:txEl>
                                          </p:spTgt>
                                        </p:tgtEl>
                                        <p:attrNameLst>
                                          <p:attrName>fillcolor</p:attrName>
                                        </p:attrNameLst>
                                      </p:cBhvr>
                                      <p:tavLst>
                                        <p:tav tm="0">
                                          <p:val>
                                            <p:clrVal>
                                              <a:schemeClr val="accent2"/>
                                            </p:clrVal>
                                          </p:val>
                                        </p:tav>
                                        <p:tav tm="50000">
                                          <p:val>
                                            <p:clrVal>
                                              <a:schemeClr val="hlink"/>
                                            </p:clrVal>
                                          </p:val>
                                        </p:tav>
                                      </p:tavLst>
                                    </p:anim>
                                    <p:set>
                                      <p:cBhvr>
                                        <p:cTn id="105" dur="80"/>
                                        <p:tgtEl>
                                          <p:spTgt spid="111621">
                                            <p:txEl>
                                              <p:pRg st="8" end="8"/>
                                            </p:txEl>
                                          </p:spTgt>
                                        </p:tgtEl>
                                        <p:attrNameLst>
                                          <p:attrName>fill.type</p:attrName>
                                        </p:attrNameLst>
                                      </p:cBhvr>
                                      <p:to>
                                        <p:strVal val="solid"/>
                                      </p:to>
                                    </p:set>
                                  </p:childTnLst>
                                </p:cTn>
                              </p:par>
                            </p:childTnLst>
                          </p:cTn>
                        </p:par>
                      </p:childTnLst>
                    </p:cTn>
                  </p:par>
                  <p:par>
                    <p:cTn id="106" fill="hold">
                      <p:stCondLst>
                        <p:cond delay="indefinite"/>
                      </p:stCondLst>
                      <p:childTnLst>
                        <p:par>
                          <p:cTn id="107" fill="hold">
                            <p:stCondLst>
                              <p:cond delay="0"/>
                            </p:stCondLst>
                            <p:childTnLst>
                              <p:par>
                                <p:cTn id="108" presetID="16" presetClass="entr" presetSubtype="37" fill="hold" grpId="0" nodeType="clickEffect">
                                  <p:stCondLst>
                                    <p:cond delay="0"/>
                                  </p:stCondLst>
                                  <p:childTnLst>
                                    <p:set>
                                      <p:cBhvr>
                                        <p:cTn id="109" dur="1" fill="hold">
                                          <p:stCondLst>
                                            <p:cond delay="0"/>
                                          </p:stCondLst>
                                        </p:cTn>
                                        <p:tgtEl>
                                          <p:spTgt spid="111624">
                                            <p:txEl>
                                              <p:pRg st="8" end="8"/>
                                            </p:txEl>
                                          </p:spTgt>
                                        </p:tgtEl>
                                        <p:attrNameLst>
                                          <p:attrName>style.visibility</p:attrName>
                                        </p:attrNameLst>
                                      </p:cBhvr>
                                      <p:to>
                                        <p:strVal val="visible"/>
                                      </p:to>
                                    </p:set>
                                    <p:animEffect transition="in" filter="barn(outVertical)">
                                      <p:cBhvr>
                                        <p:cTn id="110" dur="500"/>
                                        <p:tgtEl>
                                          <p:spTgt spid="111624">
                                            <p:txEl>
                                              <p:pRg st="8" end="8"/>
                                            </p:txEl>
                                          </p:spTgt>
                                        </p:tgtEl>
                                      </p:cBhvr>
                                    </p:animEffect>
                                  </p:childTnLst>
                                </p:cTn>
                              </p:par>
                            </p:childTnLst>
                          </p:cTn>
                        </p:par>
                      </p:childTnLst>
                    </p:cTn>
                  </p:par>
                  <p:par>
                    <p:cTn id="111" fill="hold">
                      <p:stCondLst>
                        <p:cond delay="indefinite"/>
                      </p:stCondLst>
                      <p:childTnLst>
                        <p:par>
                          <p:cTn id="112" fill="hold">
                            <p:stCondLst>
                              <p:cond delay="0"/>
                            </p:stCondLst>
                            <p:childTnLst>
                              <p:par>
                                <p:cTn id="113" presetID="27" presetClass="entr" presetSubtype="0" fill="hold" grpId="0" nodeType="clickEffect">
                                  <p:stCondLst>
                                    <p:cond delay="0"/>
                                  </p:stCondLst>
                                  <p:iterate type="lt">
                                    <p:tmPct val="50000"/>
                                  </p:iterate>
                                  <p:childTnLst>
                                    <p:set>
                                      <p:cBhvr>
                                        <p:cTn id="114" dur="1" fill="hold">
                                          <p:stCondLst>
                                            <p:cond delay="0"/>
                                          </p:stCondLst>
                                        </p:cTn>
                                        <p:tgtEl>
                                          <p:spTgt spid="111621">
                                            <p:txEl>
                                              <p:pRg st="9" end="9"/>
                                            </p:txEl>
                                          </p:spTgt>
                                        </p:tgtEl>
                                        <p:attrNameLst>
                                          <p:attrName>style.visibility</p:attrName>
                                        </p:attrNameLst>
                                      </p:cBhvr>
                                      <p:to>
                                        <p:strVal val="visible"/>
                                      </p:to>
                                    </p:set>
                                    <p:anim calcmode="discrete" valueType="clr">
                                      <p:cBhvr override="childStyle">
                                        <p:cTn id="115" dur="80"/>
                                        <p:tgtEl>
                                          <p:spTgt spid="111621">
                                            <p:txEl>
                                              <p:pRg st="9" end="9"/>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16" dur="80"/>
                                        <p:tgtEl>
                                          <p:spTgt spid="111621">
                                            <p:txEl>
                                              <p:pRg st="9" end="9"/>
                                            </p:txEl>
                                          </p:spTgt>
                                        </p:tgtEl>
                                        <p:attrNameLst>
                                          <p:attrName>fillcolor</p:attrName>
                                        </p:attrNameLst>
                                      </p:cBhvr>
                                      <p:tavLst>
                                        <p:tav tm="0">
                                          <p:val>
                                            <p:clrVal>
                                              <a:schemeClr val="accent2"/>
                                            </p:clrVal>
                                          </p:val>
                                        </p:tav>
                                        <p:tav tm="50000">
                                          <p:val>
                                            <p:clrVal>
                                              <a:schemeClr val="hlink"/>
                                            </p:clrVal>
                                          </p:val>
                                        </p:tav>
                                      </p:tavLst>
                                    </p:anim>
                                    <p:set>
                                      <p:cBhvr>
                                        <p:cTn id="117" dur="80"/>
                                        <p:tgtEl>
                                          <p:spTgt spid="111621">
                                            <p:txEl>
                                              <p:pRg st="9" end="9"/>
                                            </p:txEl>
                                          </p:spTgt>
                                        </p:tgtEl>
                                        <p:attrNameLst>
                                          <p:attrName>fill.type</p:attrName>
                                        </p:attrNameLst>
                                      </p:cBhvr>
                                      <p:to>
                                        <p:strVal val="solid"/>
                                      </p:to>
                                    </p:set>
                                  </p:childTnLst>
                                </p:cTn>
                              </p:par>
                            </p:childTnLst>
                          </p:cTn>
                        </p:par>
                      </p:childTnLst>
                    </p:cTn>
                  </p:par>
                  <p:par>
                    <p:cTn id="118" fill="hold">
                      <p:stCondLst>
                        <p:cond delay="indefinite"/>
                      </p:stCondLst>
                      <p:childTnLst>
                        <p:par>
                          <p:cTn id="119" fill="hold">
                            <p:stCondLst>
                              <p:cond delay="0"/>
                            </p:stCondLst>
                            <p:childTnLst>
                              <p:par>
                                <p:cTn id="120" presetID="16" presetClass="entr" presetSubtype="37" fill="hold" grpId="0" nodeType="clickEffect">
                                  <p:stCondLst>
                                    <p:cond delay="0"/>
                                  </p:stCondLst>
                                  <p:childTnLst>
                                    <p:set>
                                      <p:cBhvr>
                                        <p:cTn id="121" dur="1" fill="hold">
                                          <p:stCondLst>
                                            <p:cond delay="0"/>
                                          </p:stCondLst>
                                        </p:cTn>
                                        <p:tgtEl>
                                          <p:spTgt spid="111624">
                                            <p:txEl>
                                              <p:pRg st="9" end="9"/>
                                            </p:txEl>
                                          </p:spTgt>
                                        </p:tgtEl>
                                        <p:attrNameLst>
                                          <p:attrName>style.visibility</p:attrName>
                                        </p:attrNameLst>
                                      </p:cBhvr>
                                      <p:to>
                                        <p:strVal val="visible"/>
                                      </p:to>
                                    </p:set>
                                    <p:animEffect transition="in" filter="barn(outVertical)">
                                      <p:cBhvr>
                                        <p:cTn id="122" dur="500"/>
                                        <p:tgtEl>
                                          <p:spTgt spid="111624">
                                            <p:txEl>
                                              <p:pRg st="9" end="9"/>
                                            </p:txEl>
                                          </p:spTgt>
                                        </p:tgtEl>
                                      </p:cBhvr>
                                    </p:animEffect>
                                  </p:childTnLst>
                                </p:cTn>
                              </p:par>
                            </p:childTnLst>
                          </p:cTn>
                        </p:par>
                      </p:childTnLst>
                    </p:cTn>
                  </p:par>
                  <p:par>
                    <p:cTn id="123" fill="hold">
                      <p:stCondLst>
                        <p:cond delay="indefinite"/>
                      </p:stCondLst>
                      <p:childTnLst>
                        <p:par>
                          <p:cTn id="124" fill="hold">
                            <p:stCondLst>
                              <p:cond delay="0"/>
                            </p:stCondLst>
                            <p:childTnLst>
                              <p:par>
                                <p:cTn id="125" presetID="16" presetClass="entr" presetSubtype="37" fill="hold" grpId="0" nodeType="clickEffect">
                                  <p:stCondLst>
                                    <p:cond delay="0"/>
                                  </p:stCondLst>
                                  <p:childTnLst>
                                    <p:set>
                                      <p:cBhvr>
                                        <p:cTn id="126" dur="1" fill="hold">
                                          <p:stCondLst>
                                            <p:cond delay="0"/>
                                          </p:stCondLst>
                                        </p:cTn>
                                        <p:tgtEl>
                                          <p:spTgt spid="111621">
                                            <p:txEl>
                                              <p:pRg st="10" end="10"/>
                                            </p:txEl>
                                          </p:spTgt>
                                        </p:tgtEl>
                                        <p:attrNameLst>
                                          <p:attrName>style.visibility</p:attrName>
                                        </p:attrNameLst>
                                      </p:cBhvr>
                                      <p:to>
                                        <p:strVal val="visible"/>
                                      </p:to>
                                    </p:set>
                                    <p:animEffect transition="in" filter="barn(outVertical)">
                                      <p:cBhvr>
                                        <p:cTn id="127" dur="500"/>
                                        <p:tgtEl>
                                          <p:spTgt spid="111621">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21" grpId="0" build="p" autoUpdateAnimBg="0"/>
      <p:bldP spid="111624"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3"/>
          <p:cNvSpPr txBox="1">
            <a:spLocks noChangeArrowheads="1"/>
          </p:cNvSpPr>
          <p:nvPr/>
        </p:nvSpPr>
        <p:spPr bwMode="auto">
          <a:xfrm>
            <a:off x="1905000" y="1981201"/>
            <a:ext cx="8305800" cy="216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ctr" eaLnBrk="1" fontAlgn="t" hangingPunct="1">
              <a:spcBef>
                <a:spcPct val="50000"/>
              </a:spcBef>
              <a:buFontTx/>
              <a:buNone/>
            </a:pPr>
            <a:endParaRPr lang="en-US" altLang="zh-CN" sz="5400" b="0">
              <a:solidFill>
                <a:srgbClr val="FFFF99"/>
              </a:solidFill>
              <a:latin typeface="Times New Roman" panose="02020603050405020304" pitchFamily="18" charset="0"/>
            </a:endParaRPr>
          </a:p>
          <a:p>
            <a:pPr algn="ctr" eaLnBrk="1" fontAlgn="t" hangingPunct="1">
              <a:spcBef>
                <a:spcPct val="50000"/>
              </a:spcBef>
              <a:buFontTx/>
              <a:buNone/>
            </a:pPr>
            <a:endParaRPr lang="en-US" altLang="zh-CN" sz="5400" b="0">
              <a:solidFill>
                <a:srgbClr val="FFFF99"/>
              </a:solidFill>
              <a:latin typeface="Times New Roman" panose="02020603050405020304" pitchFamily="18" charset="0"/>
            </a:endParaRPr>
          </a:p>
        </p:txBody>
      </p:sp>
      <p:sp>
        <p:nvSpPr>
          <p:cNvPr id="112645" name="Text Box 5"/>
          <p:cNvSpPr txBox="1">
            <a:spLocks noChangeArrowheads="1"/>
          </p:cNvSpPr>
          <p:nvPr/>
        </p:nvSpPr>
        <p:spPr bwMode="auto">
          <a:xfrm>
            <a:off x="1199456" y="2442866"/>
            <a:ext cx="5472608" cy="2922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lnSpc>
                <a:spcPct val="130000"/>
              </a:lnSpc>
              <a:spcBef>
                <a:spcPts val="0"/>
              </a:spcBef>
              <a:buFontTx/>
              <a:buNone/>
            </a:pP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(2) ┐(</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b="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4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b="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b="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p>
          <a:p>
            <a:pPr eaLnBrk="1" hangingPunct="1">
              <a:lnSpc>
                <a:spcPct val="130000"/>
              </a:lnSpc>
              <a:spcBef>
                <a:spcPts val="0"/>
              </a:spcBef>
              <a:buFontTx/>
              <a:buNone/>
            </a:pP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 </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p>
          <a:p>
            <a:pPr eaLnBrk="1" hangingPunct="1">
              <a:lnSpc>
                <a:spcPct val="130000"/>
              </a:lnSpc>
              <a:spcBef>
                <a:spcPts val="0"/>
              </a:spcBef>
              <a:buFontTx/>
              <a:buNone/>
            </a:pP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 (0∧┐</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p>
          <a:p>
            <a:pPr eaLnBrk="1" hangingPunct="1">
              <a:lnSpc>
                <a:spcPct val="130000"/>
              </a:lnSpc>
              <a:spcBef>
                <a:spcPts val="0"/>
              </a:spcBef>
              <a:buFontTx/>
              <a:buNone/>
            </a:pP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 0∧</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p>
          <a:p>
            <a:pPr eaLnBrk="1" hangingPunct="1">
              <a:lnSpc>
                <a:spcPct val="130000"/>
              </a:lnSpc>
              <a:spcBef>
                <a:spcPts val="0"/>
              </a:spcBef>
              <a:buFontTx/>
              <a:buNone/>
            </a:pP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 0</a:t>
            </a:r>
          </a:p>
          <a:p>
            <a:pPr algn="just" eaLnBrk="1" hangingPunct="1">
              <a:lnSpc>
                <a:spcPct val="130000"/>
              </a:lnSpc>
              <a:spcBef>
                <a:spcPts val="0"/>
              </a:spcBef>
              <a:buFontTx/>
              <a:buNone/>
            </a:pP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故 ┐</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b="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是矛盾式。</a:t>
            </a:r>
          </a:p>
        </p:txBody>
      </p:sp>
      <p:sp>
        <p:nvSpPr>
          <p:cNvPr id="112646" name="Text Box 6"/>
          <p:cNvSpPr txBox="1">
            <a:spLocks noChangeArrowheads="1"/>
          </p:cNvSpPr>
          <p:nvPr/>
        </p:nvSpPr>
        <p:spPr bwMode="auto">
          <a:xfrm>
            <a:off x="6690811" y="2454948"/>
            <a:ext cx="3744912" cy="2445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lnSpc>
                <a:spcPct val="130000"/>
              </a:lnSpc>
              <a:spcBef>
                <a:spcPts val="0"/>
              </a:spcBef>
              <a:buFontTx/>
              <a:buNone/>
            </a:pPr>
            <a:r>
              <a:rPr lang="en-US" altLang="zh-CN" sz="24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蕴含等值式</a:t>
            </a:r>
            <a:r>
              <a:rPr lang="en-US" altLang="zh-CN" sz="24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结合律</a:t>
            </a:r>
            <a:r>
              <a:rPr lang="en-US" altLang="zh-CN" sz="24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p>
          <a:p>
            <a:pPr eaLnBrk="1" hangingPunct="1">
              <a:lnSpc>
                <a:spcPct val="130000"/>
              </a:lnSpc>
              <a:spcBef>
                <a:spcPts val="0"/>
              </a:spcBef>
              <a:buFontTx/>
              <a:buNone/>
            </a:pPr>
            <a:r>
              <a:rPr lang="en-US" altLang="zh-CN" sz="24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德摩根律</a:t>
            </a:r>
            <a:r>
              <a:rPr lang="en-US" altLang="zh-CN" sz="24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4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lnSpc>
                <a:spcPct val="130000"/>
              </a:lnSpc>
              <a:spcBef>
                <a:spcPts val="0"/>
              </a:spcBef>
              <a:buFontTx/>
              <a:buNone/>
            </a:pPr>
            <a:r>
              <a:rPr lang="en-US" altLang="zh-CN" sz="24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矛盾律</a:t>
            </a:r>
            <a:r>
              <a:rPr lang="en-US" altLang="zh-CN" sz="24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4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lnSpc>
                <a:spcPct val="130000"/>
              </a:lnSpc>
              <a:spcBef>
                <a:spcPts val="0"/>
              </a:spcBef>
              <a:buFontTx/>
              <a:buNone/>
            </a:pPr>
            <a:r>
              <a:rPr lang="en-US" altLang="zh-CN" sz="24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零律</a:t>
            </a:r>
            <a:r>
              <a:rPr lang="en-US" altLang="zh-CN" sz="24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p>
          <a:p>
            <a:pPr eaLnBrk="1" hangingPunct="1">
              <a:lnSpc>
                <a:spcPct val="130000"/>
              </a:lnSpc>
              <a:spcBef>
                <a:spcPts val="0"/>
              </a:spcBef>
              <a:buFontTx/>
              <a:buNone/>
            </a:pPr>
            <a:r>
              <a:rPr lang="en-US" altLang="zh-CN" sz="24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零律</a:t>
            </a:r>
            <a:r>
              <a:rPr lang="en-US" altLang="zh-CN" sz="24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29701" name="Rectangle 6"/>
          <p:cNvSpPr>
            <a:spLocks noChangeArrowheads="1"/>
          </p:cNvSpPr>
          <p:nvPr/>
        </p:nvSpPr>
        <p:spPr bwMode="auto">
          <a:xfrm>
            <a:off x="551384" y="1708448"/>
            <a:ext cx="838883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例</a:t>
            </a:r>
            <a:r>
              <a:rPr lang="en-US" altLang="zh-CN" sz="2400" b="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3. 2.5 </a:t>
            </a:r>
            <a:r>
              <a:rPr lang="zh-CN" altLang="en-US" sz="2400" b="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用等值演算判断下列公式的类型：</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(2) ┐(</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b="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endParaRPr lang="zh-CN" altLang="en-US"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Rectangle 3"/>
          <p:cNvSpPr>
            <a:spLocks noChangeArrowheads="1"/>
          </p:cNvSpPr>
          <p:nvPr/>
        </p:nvSpPr>
        <p:spPr bwMode="auto">
          <a:xfrm>
            <a:off x="5287964" y="404813"/>
            <a:ext cx="4891087" cy="646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3.2.2 </a:t>
            </a:r>
            <a:r>
              <a:rPr lang="zh-CN" altLang="en-US"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等值演算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112645">
                                            <p:txEl>
                                              <p:pRg st="0" end="0"/>
                                            </p:txEl>
                                          </p:spTgt>
                                        </p:tgtEl>
                                        <p:attrNameLst>
                                          <p:attrName>style.visibility</p:attrName>
                                        </p:attrNameLst>
                                      </p:cBhvr>
                                      <p:to>
                                        <p:strVal val="visible"/>
                                      </p:to>
                                    </p:set>
                                    <p:animEffect transition="in" filter="barn(outVertical)">
                                      <p:cBhvr>
                                        <p:cTn id="7" dur="500"/>
                                        <p:tgtEl>
                                          <p:spTgt spid="11264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7" presetClass="entr" presetSubtype="0" fill="hold" grpId="0" nodeType="clickEffect">
                                  <p:stCondLst>
                                    <p:cond delay="0"/>
                                  </p:stCondLst>
                                  <p:iterate type="lt">
                                    <p:tmPct val="50000"/>
                                  </p:iterate>
                                  <p:childTnLst>
                                    <p:set>
                                      <p:cBhvr>
                                        <p:cTn id="11" dur="1" fill="hold">
                                          <p:stCondLst>
                                            <p:cond delay="0"/>
                                          </p:stCondLst>
                                        </p:cTn>
                                        <p:tgtEl>
                                          <p:spTgt spid="112646">
                                            <p:txEl>
                                              <p:pRg st="0" end="0"/>
                                            </p:txEl>
                                          </p:spTgt>
                                        </p:tgtEl>
                                        <p:attrNameLst>
                                          <p:attrName>style.visibility</p:attrName>
                                        </p:attrNameLst>
                                      </p:cBhvr>
                                      <p:to>
                                        <p:strVal val="visible"/>
                                      </p:to>
                                    </p:set>
                                    <p:anim calcmode="discrete" valueType="clr">
                                      <p:cBhvr override="childStyle">
                                        <p:cTn id="12" dur="80"/>
                                        <p:tgtEl>
                                          <p:spTgt spid="112646">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3" dur="80"/>
                                        <p:tgtEl>
                                          <p:spTgt spid="112646">
                                            <p:txEl>
                                              <p:pRg st="0" end="0"/>
                                            </p:txEl>
                                          </p:spTgt>
                                        </p:tgtEl>
                                        <p:attrNameLst>
                                          <p:attrName>fillcolor</p:attrName>
                                        </p:attrNameLst>
                                      </p:cBhvr>
                                      <p:tavLst>
                                        <p:tav tm="0">
                                          <p:val>
                                            <p:clrVal>
                                              <a:schemeClr val="accent2"/>
                                            </p:clrVal>
                                          </p:val>
                                        </p:tav>
                                        <p:tav tm="50000">
                                          <p:val>
                                            <p:clrVal>
                                              <a:schemeClr val="hlink"/>
                                            </p:clrVal>
                                          </p:val>
                                        </p:tav>
                                      </p:tavLst>
                                    </p:anim>
                                    <p:set>
                                      <p:cBhvr>
                                        <p:cTn id="14" dur="80"/>
                                        <p:tgtEl>
                                          <p:spTgt spid="112646">
                                            <p:txEl>
                                              <p:pRg st="0" end="0"/>
                                            </p:txEl>
                                          </p:spTgt>
                                        </p:tgtEl>
                                        <p:attrNameLst>
                                          <p:attrName>fill.type</p:attrName>
                                        </p:attrNameLst>
                                      </p:cBhvr>
                                      <p:to>
                                        <p:strVal val="solid"/>
                                      </p:to>
                                    </p:set>
                                  </p:childTnLst>
                                </p:cTn>
                              </p:par>
                            </p:childTnLst>
                          </p:cTn>
                        </p:par>
                      </p:childTnLst>
                    </p:cTn>
                  </p:par>
                  <p:par>
                    <p:cTn id="15" fill="hold">
                      <p:stCondLst>
                        <p:cond delay="indefinite"/>
                      </p:stCondLst>
                      <p:childTnLst>
                        <p:par>
                          <p:cTn id="16" fill="hold">
                            <p:stCondLst>
                              <p:cond delay="0"/>
                            </p:stCondLst>
                            <p:childTnLst>
                              <p:par>
                                <p:cTn id="17" presetID="27" presetClass="entr" presetSubtype="0" fill="hold" grpId="0" nodeType="clickEffect">
                                  <p:stCondLst>
                                    <p:cond delay="0"/>
                                  </p:stCondLst>
                                  <p:iterate type="lt">
                                    <p:tmPct val="50000"/>
                                  </p:iterate>
                                  <p:childTnLst>
                                    <p:set>
                                      <p:cBhvr>
                                        <p:cTn id="18" dur="1" fill="hold">
                                          <p:stCondLst>
                                            <p:cond delay="0"/>
                                          </p:stCondLst>
                                        </p:cTn>
                                        <p:tgtEl>
                                          <p:spTgt spid="112645">
                                            <p:txEl>
                                              <p:pRg st="1" end="1"/>
                                            </p:txEl>
                                          </p:spTgt>
                                        </p:tgtEl>
                                        <p:attrNameLst>
                                          <p:attrName>style.visibility</p:attrName>
                                        </p:attrNameLst>
                                      </p:cBhvr>
                                      <p:to>
                                        <p:strVal val="visible"/>
                                      </p:to>
                                    </p:set>
                                    <p:anim calcmode="discrete" valueType="clr">
                                      <p:cBhvr override="childStyle">
                                        <p:cTn id="19" dur="80"/>
                                        <p:tgtEl>
                                          <p:spTgt spid="112645">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0" dur="80"/>
                                        <p:tgtEl>
                                          <p:spTgt spid="112645">
                                            <p:txEl>
                                              <p:pRg st="1" end="1"/>
                                            </p:txEl>
                                          </p:spTgt>
                                        </p:tgtEl>
                                        <p:attrNameLst>
                                          <p:attrName>fillcolor</p:attrName>
                                        </p:attrNameLst>
                                      </p:cBhvr>
                                      <p:tavLst>
                                        <p:tav tm="0">
                                          <p:val>
                                            <p:clrVal>
                                              <a:schemeClr val="accent2"/>
                                            </p:clrVal>
                                          </p:val>
                                        </p:tav>
                                        <p:tav tm="50000">
                                          <p:val>
                                            <p:clrVal>
                                              <a:schemeClr val="hlink"/>
                                            </p:clrVal>
                                          </p:val>
                                        </p:tav>
                                      </p:tavLst>
                                    </p:anim>
                                    <p:set>
                                      <p:cBhvr>
                                        <p:cTn id="21" dur="80"/>
                                        <p:tgtEl>
                                          <p:spTgt spid="112645">
                                            <p:txEl>
                                              <p:pRg st="1" end="1"/>
                                            </p:txEl>
                                          </p:spTgt>
                                        </p:tgtEl>
                                        <p:attrNameLst>
                                          <p:attrName>fill.type</p:attrName>
                                        </p:attrNameLst>
                                      </p:cBhvr>
                                      <p:to>
                                        <p:strVal val="solid"/>
                                      </p:to>
                                    </p:set>
                                  </p:childTnLst>
                                </p:cTn>
                              </p:par>
                            </p:childTnLst>
                          </p:cTn>
                        </p:par>
                      </p:childTnLst>
                    </p:cTn>
                  </p:par>
                  <p:par>
                    <p:cTn id="22" fill="hold">
                      <p:stCondLst>
                        <p:cond delay="indefinite"/>
                      </p:stCondLst>
                      <p:childTnLst>
                        <p:par>
                          <p:cTn id="23" fill="hold">
                            <p:stCondLst>
                              <p:cond delay="0"/>
                            </p:stCondLst>
                            <p:childTnLst>
                              <p:par>
                                <p:cTn id="24" presetID="16" presetClass="entr" presetSubtype="37" fill="hold" grpId="0" nodeType="clickEffect">
                                  <p:stCondLst>
                                    <p:cond delay="0"/>
                                  </p:stCondLst>
                                  <p:childTnLst>
                                    <p:set>
                                      <p:cBhvr>
                                        <p:cTn id="25" dur="1" fill="hold">
                                          <p:stCondLst>
                                            <p:cond delay="0"/>
                                          </p:stCondLst>
                                        </p:cTn>
                                        <p:tgtEl>
                                          <p:spTgt spid="112646">
                                            <p:txEl>
                                              <p:pRg st="1" end="1"/>
                                            </p:txEl>
                                          </p:spTgt>
                                        </p:tgtEl>
                                        <p:attrNameLst>
                                          <p:attrName>style.visibility</p:attrName>
                                        </p:attrNameLst>
                                      </p:cBhvr>
                                      <p:to>
                                        <p:strVal val="visible"/>
                                      </p:to>
                                    </p:set>
                                    <p:animEffect transition="in" filter="barn(outVertical)">
                                      <p:cBhvr>
                                        <p:cTn id="26" dur="500"/>
                                        <p:tgtEl>
                                          <p:spTgt spid="112646">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7" presetClass="entr" presetSubtype="0" fill="hold" grpId="0" nodeType="clickEffect">
                                  <p:stCondLst>
                                    <p:cond delay="0"/>
                                  </p:stCondLst>
                                  <p:iterate type="lt">
                                    <p:tmPct val="50000"/>
                                  </p:iterate>
                                  <p:childTnLst>
                                    <p:set>
                                      <p:cBhvr>
                                        <p:cTn id="30" dur="1" fill="hold">
                                          <p:stCondLst>
                                            <p:cond delay="0"/>
                                          </p:stCondLst>
                                        </p:cTn>
                                        <p:tgtEl>
                                          <p:spTgt spid="112645">
                                            <p:txEl>
                                              <p:pRg st="2" end="2"/>
                                            </p:txEl>
                                          </p:spTgt>
                                        </p:tgtEl>
                                        <p:attrNameLst>
                                          <p:attrName>style.visibility</p:attrName>
                                        </p:attrNameLst>
                                      </p:cBhvr>
                                      <p:to>
                                        <p:strVal val="visible"/>
                                      </p:to>
                                    </p:set>
                                    <p:anim calcmode="discrete" valueType="clr">
                                      <p:cBhvr override="childStyle">
                                        <p:cTn id="31" dur="80"/>
                                        <p:tgtEl>
                                          <p:spTgt spid="112645">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2" dur="80"/>
                                        <p:tgtEl>
                                          <p:spTgt spid="112645">
                                            <p:txEl>
                                              <p:pRg st="2" end="2"/>
                                            </p:txEl>
                                          </p:spTgt>
                                        </p:tgtEl>
                                        <p:attrNameLst>
                                          <p:attrName>fillcolor</p:attrName>
                                        </p:attrNameLst>
                                      </p:cBhvr>
                                      <p:tavLst>
                                        <p:tav tm="0">
                                          <p:val>
                                            <p:clrVal>
                                              <a:schemeClr val="accent2"/>
                                            </p:clrVal>
                                          </p:val>
                                        </p:tav>
                                        <p:tav tm="50000">
                                          <p:val>
                                            <p:clrVal>
                                              <a:schemeClr val="hlink"/>
                                            </p:clrVal>
                                          </p:val>
                                        </p:tav>
                                      </p:tavLst>
                                    </p:anim>
                                    <p:set>
                                      <p:cBhvr>
                                        <p:cTn id="33" dur="80"/>
                                        <p:tgtEl>
                                          <p:spTgt spid="112645">
                                            <p:txEl>
                                              <p:pRg st="2" end="2"/>
                                            </p:txEl>
                                          </p:spTgt>
                                        </p:tgtEl>
                                        <p:attrNameLst>
                                          <p:attrName>fill.type</p:attrName>
                                        </p:attrNameLst>
                                      </p:cBhvr>
                                      <p:to>
                                        <p:strVal val="solid"/>
                                      </p:to>
                                    </p:set>
                                  </p:childTnLst>
                                </p:cTn>
                              </p:par>
                            </p:childTnLst>
                          </p:cTn>
                        </p:par>
                      </p:childTnLst>
                    </p:cTn>
                  </p:par>
                  <p:par>
                    <p:cTn id="34" fill="hold">
                      <p:stCondLst>
                        <p:cond delay="indefinite"/>
                      </p:stCondLst>
                      <p:childTnLst>
                        <p:par>
                          <p:cTn id="35" fill="hold">
                            <p:stCondLst>
                              <p:cond delay="0"/>
                            </p:stCondLst>
                            <p:childTnLst>
                              <p:par>
                                <p:cTn id="36" presetID="16" presetClass="entr" presetSubtype="37" fill="hold" grpId="0" nodeType="clickEffect">
                                  <p:stCondLst>
                                    <p:cond delay="0"/>
                                  </p:stCondLst>
                                  <p:childTnLst>
                                    <p:set>
                                      <p:cBhvr>
                                        <p:cTn id="37" dur="1" fill="hold">
                                          <p:stCondLst>
                                            <p:cond delay="0"/>
                                          </p:stCondLst>
                                        </p:cTn>
                                        <p:tgtEl>
                                          <p:spTgt spid="112646">
                                            <p:txEl>
                                              <p:pRg st="2" end="2"/>
                                            </p:txEl>
                                          </p:spTgt>
                                        </p:tgtEl>
                                        <p:attrNameLst>
                                          <p:attrName>style.visibility</p:attrName>
                                        </p:attrNameLst>
                                      </p:cBhvr>
                                      <p:to>
                                        <p:strVal val="visible"/>
                                      </p:to>
                                    </p:set>
                                    <p:animEffect transition="in" filter="barn(outVertical)">
                                      <p:cBhvr>
                                        <p:cTn id="38" dur="500"/>
                                        <p:tgtEl>
                                          <p:spTgt spid="112646">
                                            <p:txEl>
                                              <p:pRg st="2" end="2"/>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7" presetClass="entr" presetSubtype="0" fill="hold" grpId="0" nodeType="clickEffect">
                                  <p:stCondLst>
                                    <p:cond delay="0"/>
                                  </p:stCondLst>
                                  <p:iterate type="lt">
                                    <p:tmPct val="50000"/>
                                  </p:iterate>
                                  <p:childTnLst>
                                    <p:set>
                                      <p:cBhvr>
                                        <p:cTn id="42" dur="1" fill="hold">
                                          <p:stCondLst>
                                            <p:cond delay="0"/>
                                          </p:stCondLst>
                                        </p:cTn>
                                        <p:tgtEl>
                                          <p:spTgt spid="112645">
                                            <p:txEl>
                                              <p:pRg st="3" end="3"/>
                                            </p:txEl>
                                          </p:spTgt>
                                        </p:tgtEl>
                                        <p:attrNameLst>
                                          <p:attrName>style.visibility</p:attrName>
                                        </p:attrNameLst>
                                      </p:cBhvr>
                                      <p:to>
                                        <p:strVal val="visible"/>
                                      </p:to>
                                    </p:set>
                                    <p:anim calcmode="discrete" valueType="clr">
                                      <p:cBhvr override="childStyle">
                                        <p:cTn id="43" dur="80"/>
                                        <p:tgtEl>
                                          <p:spTgt spid="112645">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4" dur="80"/>
                                        <p:tgtEl>
                                          <p:spTgt spid="112645">
                                            <p:txEl>
                                              <p:pRg st="3" end="3"/>
                                            </p:txEl>
                                          </p:spTgt>
                                        </p:tgtEl>
                                        <p:attrNameLst>
                                          <p:attrName>fillcolor</p:attrName>
                                        </p:attrNameLst>
                                      </p:cBhvr>
                                      <p:tavLst>
                                        <p:tav tm="0">
                                          <p:val>
                                            <p:clrVal>
                                              <a:schemeClr val="accent2"/>
                                            </p:clrVal>
                                          </p:val>
                                        </p:tav>
                                        <p:tav tm="50000">
                                          <p:val>
                                            <p:clrVal>
                                              <a:schemeClr val="hlink"/>
                                            </p:clrVal>
                                          </p:val>
                                        </p:tav>
                                      </p:tavLst>
                                    </p:anim>
                                    <p:set>
                                      <p:cBhvr>
                                        <p:cTn id="45" dur="80"/>
                                        <p:tgtEl>
                                          <p:spTgt spid="112645">
                                            <p:txEl>
                                              <p:pRg st="3" end="3"/>
                                            </p:txEl>
                                          </p:spTgt>
                                        </p:tgtEl>
                                        <p:attrNameLst>
                                          <p:attrName>fill.type</p:attrName>
                                        </p:attrNameLst>
                                      </p:cBhvr>
                                      <p:to>
                                        <p:strVal val="solid"/>
                                      </p:to>
                                    </p:set>
                                  </p:childTnLst>
                                </p:cTn>
                              </p:par>
                            </p:childTnLst>
                          </p:cTn>
                        </p:par>
                      </p:childTnLst>
                    </p:cTn>
                  </p:par>
                  <p:par>
                    <p:cTn id="46" fill="hold">
                      <p:stCondLst>
                        <p:cond delay="indefinite"/>
                      </p:stCondLst>
                      <p:childTnLst>
                        <p:par>
                          <p:cTn id="47" fill="hold">
                            <p:stCondLst>
                              <p:cond delay="0"/>
                            </p:stCondLst>
                            <p:childTnLst>
                              <p:par>
                                <p:cTn id="48" presetID="16" presetClass="entr" presetSubtype="37" fill="hold" grpId="0" nodeType="clickEffect">
                                  <p:stCondLst>
                                    <p:cond delay="0"/>
                                  </p:stCondLst>
                                  <p:childTnLst>
                                    <p:set>
                                      <p:cBhvr>
                                        <p:cTn id="49" dur="1" fill="hold">
                                          <p:stCondLst>
                                            <p:cond delay="0"/>
                                          </p:stCondLst>
                                        </p:cTn>
                                        <p:tgtEl>
                                          <p:spTgt spid="112646">
                                            <p:txEl>
                                              <p:pRg st="3" end="3"/>
                                            </p:txEl>
                                          </p:spTgt>
                                        </p:tgtEl>
                                        <p:attrNameLst>
                                          <p:attrName>style.visibility</p:attrName>
                                        </p:attrNameLst>
                                      </p:cBhvr>
                                      <p:to>
                                        <p:strVal val="visible"/>
                                      </p:to>
                                    </p:set>
                                    <p:animEffect transition="in" filter="barn(outVertical)">
                                      <p:cBhvr>
                                        <p:cTn id="50" dur="500"/>
                                        <p:tgtEl>
                                          <p:spTgt spid="112646">
                                            <p:txEl>
                                              <p:pRg st="3" end="3"/>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27" presetClass="entr" presetSubtype="0" fill="hold" grpId="0" nodeType="clickEffect">
                                  <p:stCondLst>
                                    <p:cond delay="0"/>
                                  </p:stCondLst>
                                  <p:iterate type="lt">
                                    <p:tmPct val="50000"/>
                                  </p:iterate>
                                  <p:childTnLst>
                                    <p:set>
                                      <p:cBhvr>
                                        <p:cTn id="54" dur="1" fill="hold">
                                          <p:stCondLst>
                                            <p:cond delay="0"/>
                                          </p:stCondLst>
                                        </p:cTn>
                                        <p:tgtEl>
                                          <p:spTgt spid="112645">
                                            <p:txEl>
                                              <p:pRg st="4" end="4"/>
                                            </p:txEl>
                                          </p:spTgt>
                                        </p:tgtEl>
                                        <p:attrNameLst>
                                          <p:attrName>style.visibility</p:attrName>
                                        </p:attrNameLst>
                                      </p:cBhvr>
                                      <p:to>
                                        <p:strVal val="visible"/>
                                      </p:to>
                                    </p:set>
                                    <p:anim calcmode="discrete" valueType="clr">
                                      <p:cBhvr override="childStyle">
                                        <p:cTn id="55" dur="80"/>
                                        <p:tgtEl>
                                          <p:spTgt spid="112645">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56" dur="80"/>
                                        <p:tgtEl>
                                          <p:spTgt spid="112645">
                                            <p:txEl>
                                              <p:pRg st="4" end="4"/>
                                            </p:txEl>
                                          </p:spTgt>
                                        </p:tgtEl>
                                        <p:attrNameLst>
                                          <p:attrName>fillcolor</p:attrName>
                                        </p:attrNameLst>
                                      </p:cBhvr>
                                      <p:tavLst>
                                        <p:tav tm="0">
                                          <p:val>
                                            <p:clrVal>
                                              <a:schemeClr val="accent2"/>
                                            </p:clrVal>
                                          </p:val>
                                        </p:tav>
                                        <p:tav tm="50000">
                                          <p:val>
                                            <p:clrVal>
                                              <a:schemeClr val="hlink"/>
                                            </p:clrVal>
                                          </p:val>
                                        </p:tav>
                                      </p:tavLst>
                                    </p:anim>
                                    <p:set>
                                      <p:cBhvr>
                                        <p:cTn id="57" dur="80"/>
                                        <p:tgtEl>
                                          <p:spTgt spid="112645">
                                            <p:txEl>
                                              <p:pRg st="4" end="4"/>
                                            </p:txEl>
                                          </p:spTgt>
                                        </p:tgtEl>
                                        <p:attrNameLst>
                                          <p:attrName>fill.type</p:attrName>
                                        </p:attrNameLst>
                                      </p:cBhvr>
                                      <p:to>
                                        <p:strVal val="solid"/>
                                      </p:to>
                                    </p:set>
                                  </p:childTnLst>
                                </p:cTn>
                              </p:par>
                            </p:childTnLst>
                          </p:cTn>
                        </p:par>
                      </p:childTnLst>
                    </p:cTn>
                  </p:par>
                  <p:par>
                    <p:cTn id="58" fill="hold">
                      <p:stCondLst>
                        <p:cond delay="indefinite"/>
                      </p:stCondLst>
                      <p:childTnLst>
                        <p:par>
                          <p:cTn id="59" fill="hold">
                            <p:stCondLst>
                              <p:cond delay="0"/>
                            </p:stCondLst>
                            <p:childTnLst>
                              <p:par>
                                <p:cTn id="60" presetID="16" presetClass="entr" presetSubtype="37" fill="hold" grpId="0" nodeType="clickEffect">
                                  <p:stCondLst>
                                    <p:cond delay="0"/>
                                  </p:stCondLst>
                                  <p:childTnLst>
                                    <p:set>
                                      <p:cBhvr>
                                        <p:cTn id="61" dur="1" fill="hold">
                                          <p:stCondLst>
                                            <p:cond delay="0"/>
                                          </p:stCondLst>
                                        </p:cTn>
                                        <p:tgtEl>
                                          <p:spTgt spid="112646">
                                            <p:txEl>
                                              <p:pRg st="4" end="4"/>
                                            </p:txEl>
                                          </p:spTgt>
                                        </p:tgtEl>
                                        <p:attrNameLst>
                                          <p:attrName>style.visibility</p:attrName>
                                        </p:attrNameLst>
                                      </p:cBhvr>
                                      <p:to>
                                        <p:strVal val="visible"/>
                                      </p:to>
                                    </p:set>
                                    <p:animEffect transition="in" filter="barn(outVertical)">
                                      <p:cBhvr>
                                        <p:cTn id="62" dur="500"/>
                                        <p:tgtEl>
                                          <p:spTgt spid="112646">
                                            <p:txEl>
                                              <p:pRg st="4" end="4"/>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7" presetClass="entr" presetSubtype="0" fill="hold" grpId="0" nodeType="clickEffect">
                                  <p:stCondLst>
                                    <p:cond delay="0"/>
                                  </p:stCondLst>
                                  <p:iterate type="lt">
                                    <p:tmPct val="50000"/>
                                  </p:iterate>
                                  <p:childTnLst>
                                    <p:set>
                                      <p:cBhvr>
                                        <p:cTn id="66" dur="1" fill="hold">
                                          <p:stCondLst>
                                            <p:cond delay="0"/>
                                          </p:stCondLst>
                                        </p:cTn>
                                        <p:tgtEl>
                                          <p:spTgt spid="112645">
                                            <p:txEl>
                                              <p:pRg st="5" end="5"/>
                                            </p:txEl>
                                          </p:spTgt>
                                        </p:tgtEl>
                                        <p:attrNameLst>
                                          <p:attrName>style.visibility</p:attrName>
                                        </p:attrNameLst>
                                      </p:cBhvr>
                                      <p:to>
                                        <p:strVal val="visible"/>
                                      </p:to>
                                    </p:set>
                                    <p:anim calcmode="discrete" valueType="clr">
                                      <p:cBhvr override="childStyle">
                                        <p:cTn id="67" dur="80"/>
                                        <p:tgtEl>
                                          <p:spTgt spid="112645">
                                            <p:txEl>
                                              <p:pRg st="5" end="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68" dur="80"/>
                                        <p:tgtEl>
                                          <p:spTgt spid="112645">
                                            <p:txEl>
                                              <p:pRg st="5" end="5"/>
                                            </p:txEl>
                                          </p:spTgt>
                                        </p:tgtEl>
                                        <p:attrNameLst>
                                          <p:attrName>fillcolor</p:attrName>
                                        </p:attrNameLst>
                                      </p:cBhvr>
                                      <p:tavLst>
                                        <p:tav tm="0">
                                          <p:val>
                                            <p:clrVal>
                                              <a:schemeClr val="accent2"/>
                                            </p:clrVal>
                                          </p:val>
                                        </p:tav>
                                        <p:tav tm="50000">
                                          <p:val>
                                            <p:clrVal>
                                              <a:schemeClr val="hlink"/>
                                            </p:clrVal>
                                          </p:val>
                                        </p:tav>
                                      </p:tavLst>
                                    </p:anim>
                                    <p:set>
                                      <p:cBhvr>
                                        <p:cTn id="69" dur="80"/>
                                        <p:tgtEl>
                                          <p:spTgt spid="112645">
                                            <p:txEl>
                                              <p:pRg st="5" end="5"/>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5" grpId="0" build="p" autoUpdateAnimBg="0"/>
      <p:bldP spid="112646" grpId="0" build="p"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9" name="Text Box 5"/>
          <p:cNvSpPr txBox="1">
            <a:spLocks noChangeArrowheads="1"/>
          </p:cNvSpPr>
          <p:nvPr/>
        </p:nvSpPr>
        <p:spPr bwMode="auto">
          <a:xfrm>
            <a:off x="839416" y="1589311"/>
            <a:ext cx="8494494" cy="426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spcBef>
                <a:spcPct val="20000"/>
              </a:spcBef>
              <a:buChar char="•"/>
              <a:defRPr sz="3200">
                <a:solidFill>
                  <a:schemeClr val="bg1"/>
                </a:solidFill>
                <a:latin typeface="Arial" panose="020B0604020202020204" pitchFamily="34" charset="0"/>
                <a:ea typeface="宋体" panose="02010600030101010101" pitchFamily="2" charset="-122"/>
              </a:defRPr>
            </a:lvl1pPr>
            <a:lvl2pPr marL="914400" indent="-457200">
              <a:spcBef>
                <a:spcPct val="20000"/>
              </a:spcBef>
              <a:buChar char="–"/>
              <a:defRPr sz="2800">
                <a:solidFill>
                  <a:schemeClr val="bg1"/>
                </a:solidFill>
                <a:latin typeface="Arial" panose="020B0604020202020204" pitchFamily="34" charset="0"/>
                <a:ea typeface="宋体" panose="02010600030101010101" pitchFamily="2" charset="-122"/>
              </a:defRPr>
            </a:lvl2pPr>
            <a:lvl3pPr marL="1371600" indent="-457200">
              <a:spcBef>
                <a:spcPct val="20000"/>
              </a:spcBef>
              <a:buChar char="•"/>
              <a:defRPr sz="2400">
                <a:solidFill>
                  <a:schemeClr val="bg1"/>
                </a:solidFill>
                <a:latin typeface="Arial" panose="020B0604020202020204" pitchFamily="34" charset="0"/>
                <a:ea typeface="宋体" panose="02010600030101010101" pitchFamily="2" charset="-122"/>
              </a:defRPr>
            </a:lvl3pPr>
            <a:lvl4pPr marL="1828800" indent="-457200">
              <a:spcBef>
                <a:spcPct val="20000"/>
              </a:spcBef>
              <a:buChar char="–"/>
              <a:defRPr sz="2000">
                <a:solidFill>
                  <a:schemeClr val="bg1"/>
                </a:solidFill>
                <a:latin typeface="Arial" panose="020B0604020202020204" pitchFamily="34" charset="0"/>
                <a:ea typeface="宋体" panose="02010600030101010101" pitchFamily="2" charset="-122"/>
              </a:defRPr>
            </a:lvl4pPr>
            <a:lvl5pPr marL="2286000" indent="-457200">
              <a:spcBef>
                <a:spcPct val="20000"/>
              </a:spcBef>
              <a:buChar char="»"/>
              <a:defRPr sz="2000">
                <a:solidFill>
                  <a:schemeClr val="bg1"/>
                </a:solidFill>
                <a:latin typeface="Arial" panose="020B0604020202020204" pitchFamily="34" charset="0"/>
                <a:ea typeface="宋体" panose="02010600030101010101" pitchFamily="2" charset="-122"/>
              </a:defRPr>
            </a:lvl5pPr>
            <a:lvl6pPr marL="2743200" indent="-4572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3200400" indent="-4572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657600" indent="-4572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4114800" indent="-4572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marL="0" indent="0" algn="just" eaLnBrk="1" hangingPunct="1">
              <a:lnSpc>
                <a:spcPct val="120000"/>
              </a:lnSpc>
              <a:spcBef>
                <a:spcPts val="0"/>
              </a:spcBef>
              <a:buNone/>
            </a:pP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 </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p>
        </p:txBody>
      </p:sp>
      <p:grpSp>
        <p:nvGrpSpPr>
          <p:cNvPr id="3" name="组合 2"/>
          <p:cNvGrpSpPr/>
          <p:nvPr/>
        </p:nvGrpSpPr>
        <p:grpSpPr>
          <a:xfrm>
            <a:off x="1631504" y="5301208"/>
            <a:ext cx="8743950" cy="1025525"/>
            <a:chOff x="160338" y="5381625"/>
            <a:chExt cx="8743950" cy="1025525"/>
          </a:xfrm>
        </p:grpSpPr>
        <p:sp>
          <p:nvSpPr>
            <p:cNvPr id="8" name="圆角矩形 9"/>
            <p:cNvSpPr>
              <a:spLocks noChangeArrowheads="1"/>
            </p:cNvSpPr>
            <p:nvPr/>
          </p:nvSpPr>
          <p:spPr bwMode="auto">
            <a:xfrm>
              <a:off x="160338" y="5381625"/>
              <a:ext cx="8743950" cy="1025525"/>
            </a:xfrm>
            <a:prstGeom prst="roundRect">
              <a:avLst>
                <a:gd name="adj" fmla="val 14597"/>
              </a:avLst>
            </a:prstGeom>
            <a:solidFill>
              <a:schemeClr val="accent2">
                <a:lumMod val="75000"/>
              </a:schemeClr>
            </a:solidFill>
            <a:ln w="19050" algn="ctr">
              <a:solidFill>
                <a:srgbClr val="FFFF00"/>
              </a:solidFill>
              <a:round/>
            </a:ln>
          </p:spPr>
          <p:txBody>
            <a:bodyPr/>
            <a:lstStyle>
              <a:lvl1pPr>
                <a:defRPr kumimoji="1" sz="1600" b="1">
                  <a:solidFill>
                    <a:schemeClr val="tx1"/>
                  </a:solidFill>
                  <a:latin typeface="Times New Roman" panose="02020603050405020304" pitchFamily="18" charset="0"/>
                  <a:ea typeface="宋体" panose="02010600030101010101" pitchFamily="2" charset="-122"/>
                </a:defRPr>
              </a:lvl1pPr>
              <a:lvl2pPr marL="742950" indent="-285750">
                <a:defRPr kumimoji="1" sz="1600" b="1">
                  <a:solidFill>
                    <a:schemeClr val="tx1"/>
                  </a:solidFill>
                  <a:latin typeface="Times New Roman" panose="02020603050405020304" pitchFamily="18" charset="0"/>
                  <a:ea typeface="宋体" panose="02010600030101010101" pitchFamily="2" charset="-122"/>
                </a:defRPr>
              </a:lvl2pPr>
              <a:lvl3pPr marL="1143000" indent="-228600">
                <a:defRPr kumimoji="1" sz="1600" b="1">
                  <a:solidFill>
                    <a:schemeClr val="tx1"/>
                  </a:solidFill>
                  <a:latin typeface="Times New Roman" panose="02020603050405020304" pitchFamily="18" charset="0"/>
                  <a:ea typeface="宋体" panose="02010600030101010101" pitchFamily="2" charset="-122"/>
                </a:defRPr>
              </a:lvl3pPr>
              <a:lvl4pPr marL="1600200" indent="-228600">
                <a:defRPr kumimoji="1" sz="1600" b="1">
                  <a:solidFill>
                    <a:schemeClr val="tx1"/>
                  </a:solidFill>
                  <a:latin typeface="Times New Roman" panose="02020603050405020304" pitchFamily="18" charset="0"/>
                  <a:ea typeface="宋体" panose="02010600030101010101" pitchFamily="2" charset="-122"/>
                </a:defRPr>
              </a:lvl4pPr>
              <a:lvl5pPr marL="2057400" indent="-228600">
                <a:defRPr kumimoji="1" sz="16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16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16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16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16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en-US" b="0">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endParaRPr>
            </a:p>
          </p:txBody>
        </p:sp>
        <p:sp>
          <p:nvSpPr>
            <p:cNvPr id="2" name="矩形 1"/>
            <p:cNvSpPr/>
            <p:nvPr/>
          </p:nvSpPr>
          <p:spPr>
            <a:xfrm>
              <a:off x="326503" y="5450943"/>
              <a:ext cx="8411621" cy="923330"/>
            </a:xfrm>
            <a:prstGeom prst="rect">
              <a:avLst/>
            </a:prstGeom>
          </p:spPr>
          <p:txBody>
            <a:bodyPr wrap="square">
              <a:spAutoFit/>
            </a:bodyPr>
            <a:lstStyle/>
            <a:p>
              <a:pPr eaLnBrk="1" hangingPunct="1">
                <a:lnSpc>
                  <a:spcPct val="150000"/>
                </a:lnSpc>
                <a:spcBef>
                  <a:spcPct val="50000"/>
                </a:spcBef>
                <a:buFontTx/>
                <a:buNone/>
              </a:pPr>
              <a:r>
                <a:rPr lang="zh-CN" altLang="en-US" sz="1800" b="0"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可见</a:t>
              </a:r>
              <a:r>
                <a:rPr lang="en-US" altLang="zh-CN" sz="1800" b="0"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 (3)</a:t>
              </a:r>
              <a:r>
                <a:rPr lang="zh-CN" altLang="en-US" sz="1800" b="0"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中公式不是重言式</a:t>
              </a:r>
              <a:r>
                <a:rPr lang="en-US" altLang="zh-CN" sz="1800" b="0"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 </a:t>
              </a:r>
              <a:r>
                <a:rPr lang="zh-CN" altLang="en-US" sz="1800" b="0"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因为</a:t>
              </a:r>
              <a:r>
                <a:rPr lang="en-US" altLang="zh-CN" sz="1800" b="0"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00,01 </a:t>
              </a:r>
              <a:r>
                <a:rPr lang="zh-CN" altLang="en-US" sz="1800" b="0"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都是成假赋值</a:t>
              </a:r>
              <a:r>
                <a:rPr lang="en-US" altLang="zh-CN" sz="1800" b="0"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 </a:t>
              </a:r>
              <a:r>
                <a:rPr lang="zh-CN" altLang="en-US" sz="1800" b="0"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它也不是矛盾式</a:t>
              </a:r>
              <a:r>
                <a:rPr lang="en-US" altLang="zh-CN" sz="1800" b="0"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 </a:t>
              </a:r>
              <a:r>
                <a:rPr lang="zh-CN" altLang="en-US" sz="1800" b="0"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因为</a:t>
              </a:r>
              <a:r>
                <a:rPr lang="en-US" altLang="zh-CN" sz="1800" b="0"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10,11 </a:t>
              </a:r>
              <a:r>
                <a:rPr lang="zh-CN" altLang="en-US" sz="1800" b="0"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都是其成真赋值</a:t>
              </a:r>
              <a:r>
                <a:rPr lang="en-US" altLang="zh-CN" sz="1800" b="0"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 </a:t>
              </a:r>
              <a:r>
                <a:rPr lang="zh-CN" altLang="en-US" sz="1800" b="0"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故它是可满足式。</a:t>
              </a:r>
            </a:p>
          </p:txBody>
        </p:sp>
      </p:grpSp>
      <p:sp>
        <p:nvSpPr>
          <p:cNvPr id="4" name="Rectangle 3"/>
          <p:cNvSpPr>
            <a:spLocks noChangeArrowheads="1"/>
          </p:cNvSpPr>
          <p:nvPr/>
        </p:nvSpPr>
        <p:spPr bwMode="auto">
          <a:xfrm>
            <a:off x="5287964" y="404813"/>
            <a:ext cx="4891087" cy="646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3.2.2 </a:t>
            </a:r>
            <a:r>
              <a:rPr lang="zh-CN" altLang="en-US"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等值演算</a:t>
            </a:r>
          </a:p>
        </p:txBody>
      </p:sp>
      <p:sp>
        <p:nvSpPr>
          <p:cNvPr id="10" name="Text Box 5"/>
          <p:cNvSpPr txBox="1">
            <a:spLocks noChangeArrowheads="1"/>
          </p:cNvSpPr>
          <p:nvPr/>
        </p:nvSpPr>
        <p:spPr bwMode="auto">
          <a:xfrm>
            <a:off x="3717233" y="1556792"/>
            <a:ext cx="8494494" cy="3653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spcBef>
                <a:spcPct val="20000"/>
              </a:spcBef>
              <a:buChar char="•"/>
              <a:defRPr sz="3200">
                <a:solidFill>
                  <a:schemeClr val="bg1"/>
                </a:solidFill>
                <a:latin typeface="Arial" panose="020B0604020202020204" pitchFamily="34" charset="0"/>
                <a:ea typeface="宋体" panose="02010600030101010101" pitchFamily="2" charset="-122"/>
              </a:defRPr>
            </a:lvl1pPr>
            <a:lvl2pPr marL="914400" indent="-457200">
              <a:spcBef>
                <a:spcPct val="20000"/>
              </a:spcBef>
              <a:buChar char="–"/>
              <a:defRPr sz="2800">
                <a:solidFill>
                  <a:schemeClr val="bg1"/>
                </a:solidFill>
                <a:latin typeface="Arial" panose="020B0604020202020204" pitchFamily="34" charset="0"/>
                <a:ea typeface="宋体" panose="02010600030101010101" pitchFamily="2" charset="-122"/>
              </a:defRPr>
            </a:lvl2pPr>
            <a:lvl3pPr marL="1371600" indent="-457200">
              <a:spcBef>
                <a:spcPct val="20000"/>
              </a:spcBef>
              <a:buChar char="•"/>
              <a:defRPr sz="2400">
                <a:solidFill>
                  <a:schemeClr val="bg1"/>
                </a:solidFill>
                <a:latin typeface="Arial" panose="020B0604020202020204" pitchFamily="34" charset="0"/>
                <a:ea typeface="宋体" panose="02010600030101010101" pitchFamily="2" charset="-122"/>
              </a:defRPr>
            </a:lvl3pPr>
            <a:lvl4pPr marL="1828800" indent="-457200">
              <a:spcBef>
                <a:spcPct val="20000"/>
              </a:spcBef>
              <a:buChar char="–"/>
              <a:defRPr sz="2000">
                <a:solidFill>
                  <a:schemeClr val="bg1"/>
                </a:solidFill>
                <a:latin typeface="Arial" panose="020B0604020202020204" pitchFamily="34" charset="0"/>
                <a:ea typeface="宋体" panose="02010600030101010101" pitchFamily="2" charset="-122"/>
              </a:defRPr>
            </a:lvl4pPr>
            <a:lvl5pPr marL="2286000" indent="-457200">
              <a:spcBef>
                <a:spcPct val="20000"/>
              </a:spcBef>
              <a:buChar char="»"/>
              <a:defRPr sz="2000">
                <a:solidFill>
                  <a:schemeClr val="bg1"/>
                </a:solidFill>
                <a:latin typeface="Arial" panose="020B0604020202020204" pitchFamily="34" charset="0"/>
                <a:ea typeface="宋体" panose="02010600030101010101" pitchFamily="2" charset="-122"/>
              </a:defRPr>
            </a:lvl5pPr>
            <a:lvl6pPr marL="2743200" indent="-4572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3200400" indent="-4572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657600" indent="-4572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4114800" indent="-4572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marL="0" indent="0" algn="just" eaLnBrk="1" hangingPunct="1">
              <a:lnSpc>
                <a:spcPct val="130000"/>
              </a:lnSpc>
              <a:spcBef>
                <a:spcPts val="0"/>
              </a:spcBef>
              <a:buNone/>
            </a:pP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蕴含等值式</a:t>
            </a:r>
            <a:r>
              <a:rPr lang="en-US" altLang="zh-CN"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p>
          <a:p>
            <a:pPr algn="just" eaLnBrk="1" hangingPunct="1">
              <a:lnSpc>
                <a:spcPct val="130000"/>
              </a:lnSpc>
              <a:spcBef>
                <a:spcPts val="0"/>
              </a:spcBef>
              <a:buFontTx/>
              <a:buNone/>
            </a:pP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分配律</a:t>
            </a:r>
            <a:r>
              <a:rPr lang="en-US" altLang="zh-CN"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p>
          <a:p>
            <a:pPr algn="just" eaLnBrk="1" hangingPunct="1">
              <a:lnSpc>
                <a:spcPct val="130000"/>
              </a:lnSpc>
              <a:spcBef>
                <a:spcPts val="0"/>
              </a:spcBef>
              <a:buFontTx/>
              <a:buNone/>
            </a:pP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∧(┐(0∨(</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矛盾律</a:t>
            </a:r>
            <a:r>
              <a:rPr lang="en-US" altLang="zh-CN"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p>
          <a:p>
            <a:pPr algn="just" eaLnBrk="1" hangingPunct="1">
              <a:lnSpc>
                <a:spcPct val="130000"/>
              </a:lnSpc>
              <a:spcBef>
                <a:spcPts val="0"/>
              </a:spcBef>
              <a:buFontTx/>
              <a:buNone/>
            </a:pP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同一律</a:t>
            </a:r>
            <a:r>
              <a:rPr lang="en-US" altLang="zh-CN"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p>
          <a:p>
            <a:pPr algn="just" eaLnBrk="1" hangingPunct="1">
              <a:lnSpc>
                <a:spcPct val="130000"/>
              </a:lnSpc>
              <a:spcBef>
                <a:spcPts val="0"/>
              </a:spcBef>
              <a:buFontTx/>
              <a:buNone/>
            </a:pP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德摩根律</a:t>
            </a:r>
            <a:r>
              <a:rPr lang="en-US" altLang="zh-CN"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双重否定律</a:t>
            </a:r>
            <a:r>
              <a:rPr lang="en-US" altLang="zh-CN"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p>
          <a:p>
            <a:pPr algn="just" eaLnBrk="1" hangingPunct="1">
              <a:lnSpc>
                <a:spcPct val="130000"/>
              </a:lnSpc>
              <a:spcBef>
                <a:spcPts val="0"/>
              </a:spcBef>
              <a:buFontTx/>
              <a:buNone/>
            </a:pP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交换律</a:t>
            </a:r>
            <a:r>
              <a:rPr lang="en-US" altLang="zh-CN"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结合律</a:t>
            </a:r>
            <a:r>
              <a:rPr lang="en-US" altLang="zh-CN"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p>
          <a:p>
            <a:pPr algn="just" eaLnBrk="1" hangingPunct="1">
              <a:lnSpc>
                <a:spcPct val="130000"/>
              </a:lnSpc>
              <a:spcBef>
                <a:spcPts val="0"/>
              </a:spcBef>
              <a:buFontTx/>
              <a:buNone/>
            </a:pP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排中律</a:t>
            </a:r>
            <a:r>
              <a:rPr lang="en-US" altLang="zh-CN"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gn="just" eaLnBrk="1" hangingPunct="1">
              <a:lnSpc>
                <a:spcPct val="130000"/>
              </a:lnSpc>
              <a:spcBef>
                <a:spcPts val="0"/>
              </a:spcBef>
              <a:buFontTx/>
              <a:buNone/>
            </a:pP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                                            </a:t>
            </a:r>
            <a:r>
              <a:rPr lang="en-US" altLang="zh-CN"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零律</a:t>
            </a:r>
            <a:r>
              <a:rPr lang="en-US" altLang="zh-CN"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gn="just" eaLnBrk="1" hangingPunct="1">
              <a:lnSpc>
                <a:spcPct val="130000"/>
              </a:lnSpc>
              <a:spcBef>
                <a:spcPts val="0"/>
              </a:spcBef>
              <a:buFontTx/>
              <a:buNone/>
            </a:pP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同一律</a:t>
            </a:r>
            <a:r>
              <a:rPr lang="en-US" altLang="zh-CN" sz="20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113669">
                                            <p:txEl>
                                              <p:pRg st="0" end="0"/>
                                            </p:txEl>
                                          </p:spTgt>
                                        </p:tgtEl>
                                        <p:attrNameLst>
                                          <p:attrName>style.visibility</p:attrName>
                                        </p:attrNameLst>
                                      </p:cBhvr>
                                      <p:to>
                                        <p:strVal val="visible"/>
                                      </p:to>
                                    </p:set>
                                    <p:animEffect transition="in" filter="barn(outVertical)">
                                      <p:cBhvr>
                                        <p:cTn id="7" dur="500"/>
                                        <p:tgtEl>
                                          <p:spTgt spid="11366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barn(outVertical)">
                                      <p:cBhvr>
                                        <p:cTn id="12" dur="500"/>
                                        <p:tgtEl>
                                          <p:spTgt spid="1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grpId="0" nodeType="clickEffect">
                                  <p:stCondLst>
                                    <p:cond delay="0"/>
                                  </p:stCondLst>
                                  <p:childTnLst>
                                    <p:set>
                                      <p:cBhvr>
                                        <p:cTn id="16" dur="1" fill="hold">
                                          <p:stCondLst>
                                            <p:cond delay="0"/>
                                          </p:stCondLst>
                                        </p:cTn>
                                        <p:tgtEl>
                                          <p:spTgt spid="10">
                                            <p:txEl>
                                              <p:pRg st="1" end="1"/>
                                            </p:txEl>
                                          </p:spTgt>
                                        </p:tgtEl>
                                        <p:attrNameLst>
                                          <p:attrName>style.visibility</p:attrName>
                                        </p:attrNameLst>
                                      </p:cBhvr>
                                      <p:to>
                                        <p:strVal val="visible"/>
                                      </p:to>
                                    </p:set>
                                    <p:animEffect transition="in" filter="barn(outVertical)">
                                      <p:cBhvr>
                                        <p:cTn id="17" dur="500"/>
                                        <p:tgtEl>
                                          <p:spTgt spid="10">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37" fill="hold" grpId="0" nodeType="clickEffect">
                                  <p:stCondLst>
                                    <p:cond delay="0"/>
                                  </p:stCondLst>
                                  <p:childTnLst>
                                    <p:set>
                                      <p:cBhvr>
                                        <p:cTn id="21" dur="1" fill="hold">
                                          <p:stCondLst>
                                            <p:cond delay="0"/>
                                          </p:stCondLst>
                                        </p:cTn>
                                        <p:tgtEl>
                                          <p:spTgt spid="10">
                                            <p:txEl>
                                              <p:pRg st="2" end="2"/>
                                            </p:txEl>
                                          </p:spTgt>
                                        </p:tgtEl>
                                        <p:attrNameLst>
                                          <p:attrName>style.visibility</p:attrName>
                                        </p:attrNameLst>
                                      </p:cBhvr>
                                      <p:to>
                                        <p:strVal val="visible"/>
                                      </p:to>
                                    </p:set>
                                    <p:animEffect transition="in" filter="barn(outVertical)">
                                      <p:cBhvr>
                                        <p:cTn id="22" dur="500"/>
                                        <p:tgtEl>
                                          <p:spTgt spid="10">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37" fill="hold" grpId="0" nodeType="clickEffect">
                                  <p:stCondLst>
                                    <p:cond delay="0"/>
                                  </p:stCondLst>
                                  <p:childTnLst>
                                    <p:set>
                                      <p:cBhvr>
                                        <p:cTn id="26" dur="1" fill="hold">
                                          <p:stCondLst>
                                            <p:cond delay="0"/>
                                          </p:stCondLst>
                                        </p:cTn>
                                        <p:tgtEl>
                                          <p:spTgt spid="10">
                                            <p:txEl>
                                              <p:pRg st="3" end="3"/>
                                            </p:txEl>
                                          </p:spTgt>
                                        </p:tgtEl>
                                        <p:attrNameLst>
                                          <p:attrName>style.visibility</p:attrName>
                                        </p:attrNameLst>
                                      </p:cBhvr>
                                      <p:to>
                                        <p:strVal val="visible"/>
                                      </p:to>
                                    </p:set>
                                    <p:animEffect transition="in" filter="barn(outVertical)">
                                      <p:cBhvr>
                                        <p:cTn id="27" dur="500"/>
                                        <p:tgtEl>
                                          <p:spTgt spid="10">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37" fill="hold" grpId="0" nodeType="clickEffect">
                                  <p:stCondLst>
                                    <p:cond delay="0"/>
                                  </p:stCondLst>
                                  <p:childTnLst>
                                    <p:set>
                                      <p:cBhvr>
                                        <p:cTn id="31" dur="1" fill="hold">
                                          <p:stCondLst>
                                            <p:cond delay="0"/>
                                          </p:stCondLst>
                                        </p:cTn>
                                        <p:tgtEl>
                                          <p:spTgt spid="10">
                                            <p:txEl>
                                              <p:pRg st="4" end="4"/>
                                            </p:txEl>
                                          </p:spTgt>
                                        </p:tgtEl>
                                        <p:attrNameLst>
                                          <p:attrName>style.visibility</p:attrName>
                                        </p:attrNameLst>
                                      </p:cBhvr>
                                      <p:to>
                                        <p:strVal val="visible"/>
                                      </p:to>
                                    </p:set>
                                    <p:animEffect transition="in" filter="barn(outVertical)">
                                      <p:cBhvr>
                                        <p:cTn id="32" dur="500"/>
                                        <p:tgtEl>
                                          <p:spTgt spid="10">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37" fill="hold" grpId="0" nodeType="clickEffect">
                                  <p:stCondLst>
                                    <p:cond delay="0"/>
                                  </p:stCondLst>
                                  <p:childTnLst>
                                    <p:set>
                                      <p:cBhvr>
                                        <p:cTn id="36" dur="1" fill="hold">
                                          <p:stCondLst>
                                            <p:cond delay="0"/>
                                          </p:stCondLst>
                                        </p:cTn>
                                        <p:tgtEl>
                                          <p:spTgt spid="10">
                                            <p:txEl>
                                              <p:pRg st="5" end="5"/>
                                            </p:txEl>
                                          </p:spTgt>
                                        </p:tgtEl>
                                        <p:attrNameLst>
                                          <p:attrName>style.visibility</p:attrName>
                                        </p:attrNameLst>
                                      </p:cBhvr>
                                      <p:to>
                                        <p:strVal val="visible"/>
                                      </p:to>
                                    </p:set>
                                    <p:animEffect transition="in" filter="barn(outVertical)">
                                      <p:cBhvr>
                                        <p:cTn id="37" dur="500"/>
                                        <p:tgtEl>
                                          <p:spTgt spid="10">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37" fill="hold" grpId="0" nodeType="clickEffect">
                                  <p:stCondLst>
                                    <p:cond delay="0"/>
                                  </p:stCondLst>
                                  <p:childTnLst>
                                    <p:set>
                                      <p:cBhvr>
                                        <p:cTn id="41" dur="1" fill="hold">
                                          <p:stCondLst>
                                            <p:cond delay="0"/>
                                          </p:stCondLst>
                                        </p:cTn>
                                        <p:tgtEl>
                                          <p:spTgt spid="10">
                                            <p:txEl>
                                              <p:pRg st="6" end="6"/>
                                            </p:txEl>
                                          </p:spTgt>
                                        </p:tgtEl>
                                        <p:attrNameLst>
                                          <p:attrName>style.visibility</p:attrName>
                                        </p:attrNameLst>
                                      </p:cBhvr>
                                      <p:to>
                                        <p:strVal val="visible"/>
                                      </p:to>
                                    </p:set>
                                    <p:animEffect transition="in" filter="barn(outVertical)">
                                      <p:cBhvr>
                                        <p:cTn id="42" dur="500"/>
                                        <p:tgtEl>
                                          <p:spTgt spid="10">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37" fill="hold" grpId="0" nodeType="clickEffect">
                                  <p:stCondLst>
                                    <p:cond delay="0"/>
                                  </p:stCondLst>
                                  <p:childTnLst>
                                    <p:set>
                                      <p:cBhvr>
                                        <p:cTn id="46" dur="1" fill="hold">
                                          <p:stCondLst>
                                            <p:cond delay="0"/>
                                          </p:stCondLst>
                                        </p:cTn>
                                        <p:tgtEl>
                                          <p:spTgt spid="10">
                                            <p:txEl>
                                              <p:pRg st="7" end="7"/>
                                            </p:txEl>
                                          </p:spTgt>
                                        </p:tgtEl>
                                        <p:attrNameLst>
                                          <p:attrName>style.visibility</p:attrName>
                                        </p:attrNameLst>
                                      </p:cBhvr>
                                      <p:to>
                                        <p:strVal val="visible"/>
                                      </p:to>
                                    </p:set>
                                    <p:animEffect transition="in" filter="barn(outVertical)">
                                      <p:cBhvr>
                                        <p:cTn id="47" dur="500"/>
                                        <p:tgtEl>
                                          <p:spTgt spid="10">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37" fill="hold" grpId="0" nodeType="clickEffect">
                                  <p:stCondLst>
                                    <p:cond delay="0"/>
                                  </p:stCondLst>
                                  <p:childTnLst>
                                    <p:set>
                                      <p:cBhvr>
                                        <p:cTn id="51" dur="1" fill="hold">
                                          <p:stCondLst>
                                            <p:cond delay="0"/>
                                          </p:stCondLst>
                                        </p:cTn>
                                        <p:tgtEl>
                                          <p:spTgt spid="10">
                                            <p:txEl>
                                              <p:pRg st="8" end="8"/>
                                            </p:txEl>
                                          </p:spTgt>
                                        </p:tgtEl>
                                        <p:attrNameLst>
                                          <p:attrName>style.visibility</p:attrName>
                                        </p:attrNameLst>
                                      </p:cBhvr>
                                      <p:to>
                                        <p:strVal val="visible"/>
                                      </p:to>
                                    </p:set>
                                    <p:animEffect transition="in" filter="barn(outVertical)">
                                      <p:cBhvr>
                                        <p:cTn id="52" dur="500"/>
                                        <p:tgtEl>
                                          <p:spTgt spid="10">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6" presetClass="entr" presetSubtype="0" fill="hold" nodeType="clickEffect">
                                  <p:stCondLst>
                                    <p:cond delay="0"/>
                                  </p:stCondLst>
                                  <p:childTnLst>
                                    <p:set>
                                      <p:cBhvr>
                                        <p:cTn id="56" dur="1" fill="hold">
                                          <p:stCondLst>
                                            <p:cond delay="0"/>
                                          </p:stCondLst>
                                        </p:cTn>
                                        <p:tgtEl>
                                          <p:spTgt spid="3"/>
                                        </p:tgtEl>
                                        <p:attrNameLst>
                                          <p:attrName>style.visibility</p:attrName>
                                        </p:attrNameLst>
                                      </p:cBhvr>
                                      <p:to>
                                        <p:strVal val="visible"/>
                                      </p:to>
                                    </p:set>
                                    <p:animEffect transition="in" filter="wipe(down)">
                                      <p:cBhvr>
                                        <p:cTn id="57" dur="580">
                                          <p:stCondLst>
                                            <p:cond delay="0"/>
                                          </p:stCondLst>
                                        </p:cTn>
                                        <p:tgtEl>
                                          <p:spTgt spid="3"/>
                                        </p:tgtEl>
                                      </p:cBhvr>
                                    </p:animEffect>
                                    <p:anim calcmode="lin" valueType="num">
                                      <p:cBhvr>
                                        <p:cTn id="58"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59"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60"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61"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62"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63" dur="26">
                                          <p:stCondLst>
                                            <p:cond delay="650"/>
                                          </p:stCondLst>
                                        </p:cTn>
                                        <p:tgtEl>
                                          <p:spTgt spid="3"/>
                                        </p:tgtEl>
                                      </p:cBhvr>
                                      <p:to x="100000" y="60000"/>
                                    </p:animScale>
                                    <p:animScale>
                                      <p:cBhvr>
                                        <p:cTn id="64" dur="166" decel="50000">
                                          <p:stCondLst>
                                            <p:cond delay="676"/>
                                          </p:stCondLst>
                                        </p:cTn>
                                        <p:tgtEl>
                                          <p:spTgt spid="3"/>
                                        </p:tgtEl>
                                      </p:cBhvr>
                                      <p:to x="100000" y="100000"/>
                                    </p:animScale>
                                    <p:animScale>
                                      <p:cBhvr>
                                        <p:cTn id="65" dur="26">
                                          <p:stCondLst>
                                            <p:cond delay="1312"/>
                                          </p:stCondLst>
                                        </p:cTn>
                                        <p:tgtEl>
                                          <p:spTgt spid="3"/>
                                        </p:tgtEl>
                                      </p:cBhvr>
                                      <p:to x="100000" y="80000"/>
                                    </p:animScale>
                                    <p:animScale>
                                      <p:cBhvr>
                                        <p:cTn id="66" dur="166" decel="50000">
                                          <p:stCondLst>
                                            <p:cond delay="1338"/>
                                          </p:stCondLst>
                                        </p:cTn>
                                        <p:tgtEl>
                                          <p:spTgt spid="3"/>
                                        </p:tgtEl>
                                      </p:cBhvr>
                                      <p:to x="100000" y="100000"/>
                                    </p:animScale>
                                    <p:animScale>
                                      <p:cBhvr>
                                        <p:cTn id="67" dur="26">
                                          <p:stCondLst>
                                            <p:cond delay="1642"/>
                                          </p:stCondLst>
                                        </p:cTn>
                                        <p:tgtEl>
                                          <p:spTgt spid="3"/>
                                        </p:tgtEl>
                                      </p:cBhvr>
                                      <p:to x="100000" y="90000"/>
                                    </p:animScale>
                                    <p:animScale>
                                      <p:cBhvr>
                                        <p:cTn id="68" dur="166" decel="50000">
                                          <p:stCondLst>
                                            <p:cond delay="1668"/>
                                          </p:stCondLst>
                                        </p:cTn>
                                        <p:tgtEl>
                                          <p:spTgt spid="3"/>
                                        </p:tgtEl>
                                      </p:cBhvr>
                                      <p:to x="100000" y="100000"/>
                                    </p:animScale>
                                    <p:animScale>
                                      <p:cBhvr>
                                        <p:cTn id="69" dur="26">
                                          <p:stCondLst>
                                            <p:cond delay="1808"/>
                                          </p:stCondLst>
                                        </p:cTn>
                                        <p:tgtEl>
                                          <p:spTgt spid="3"/>
                                        </p:tgtEl>
                                      </p:cBhvr>
                                      <p:to x="100000" y="95000"/>
                                    </p:animScale>
                                    <p:animScale>
                                      <p:cBhvr>
                                        <p:cTn id="70" dur="166" decel="50000">
                                          <p:stCondLst>
                                            <p:cond delay="1834"/>
                                          </p:stCondLst>
                                        </p:cTn>
                                        <p:tgtEl>
                                          <p:spTgt spid="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9" grpId="0" build="p" autoUpdateAnimBg="0"/>
      <p:bldP spid="10"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7" name="Rectangle 3"/>
          <p:cNvSpPr>
            <a:spLocks noGrp="1" noChangeArrowheads="1"/>
          </p:cNvSpPr>
          <p:nvPr>
            <p:ph type="body" idx="4294967295"/>
          </p:nvPr>
        </p:nvSpPr>
        <p:spPr>
          <a:xfrm>
            <a:off x="767408" y="2191397"/>
            <a:ext cx="10441160" cy="2029691"/>
          </a:xfrm>
        </p:spPr>
        <p:txBody>
          <a:bodyPr/>
          <a:lstStyle/>
          <a:p>
            <a:pPr marL="360045" indent="0">
              <a:lnSpc>
                <a:spcPct val="130000"/>
              </a:lnSpc>
              <a:spcBef>
                <a:spcPts val="0"/>
              </a:spcBef>
            </a:pPr>
            <a:r>
              <a:rPr lang="zh-CN" altLang="en-US"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甲说王教授不是苏州人</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是上海人。</a:t>
            </a:r>
          </a:p>
          <a:p>
            <a:pPr marL="360045" indent="0">
              <a:lnSpc>
                <a:spcPct val="130000"/>
              </a:lnSpc>
              <a:spcBef>
                <a:spcPts val="0"/>
              </a:spcBef>
            </a:pPr>
            <a:r>
              <a:rPr lang="zh-CN" altLang="en-US"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乙说王教授不是上海人</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是苏州人。</a:t>
            </a:r>
          </a:p>
          <a:p>
            <a:pPr marL="360045" indent="0">
              <a:lnSpc>
                <a:spcPct val="130000"/>
              </a:lnSpc>
              <a:spcBef>
                <a:spcPts val="0"/>
              </a:spcBef>
            </a:pPr>
            <a:r>
              <a:rPr lang="zh-CN" altLang="en-US"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丙说王教授不是上海人</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也不是杭州人。</a:t>
            </a:r>
          </a:p>
          <a:p>
            <a:pPr marL="360045" indent="0">
              <a:lnSpc>
                <a:spcPct val="130000"/>
              </a:lnSpc>
              <a:spcBef>
                <a:spcPts val="0"/>
              </a:spcBef>
              <a:buNone/>
            </a:pPr>
            <a:r>
              <a:rPr lang="zh-CN" altLang="en-US"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听完</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人的判断</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王教授笑着说</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他们</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人中有一人说得全对</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有一人说对了一半</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有一人说得全不对。试用逻辑演算法分析王教授到底是哪里的人？</a:t>
            </a:r>
          </a:p>
        </p:txBody>
      </p:sp>
      <p:sp>
        <p:nvSpPr>
          <p:cNvPr id="31747" name="矩形 2"/>
          <p:cNvSpPr>
            <a:spLocks noChangeArrowheads="1"/>
          </p:cNvSpPr>
          <p:nvPr/>
        </p:nvSpPr>
        <p:spPr bwMode="auto">
          <a:xfrm>
            <a:off x="407368" y="1700808"/>
            <a:ext cx="11161240" cy="430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000" b="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例</a:t>
            </a:r>
            <a:r>
              <a:rPr lang="en-US" altLang="zh-CN" sz="2000" b="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3.2.6 </a:t>
            </a:r>
            <a:r>
              <a:rPr lang="zh-CN" altLang="en-US" sz="2000" b="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在某次研讨会的休息时间</a:t>
            </a:r>
            <a:r>
              <a:rPr lang="en-US" altLang="zh-CN" sz="2000" b="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3</a:t>
            </a:r>
            <a:r>
              <a:rPr lang="zh-CN" altLang="en-US" sz="2000" b="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名与会者根据王教授的口音对他是哪个省市的人进行了判断：</a:t>
            </a:r>
          </a:p>
        </p:txBody>
      </p:sp>
      <p:sp>
        <p:nvSpPr>
          <p:cNvPr id="4" name="Rectangle 3"/>
          <p:cNvSpPr txBox="1">
            <a:spLocks noChangeArrowheads="1"/>
          </p:cNvSpPr>
          <p:nvPr/>
        </p:nvSpPr>
        <p:spPr bwMode="auto">
          <a:xfrm>
            <a:off x="911424" y="4437112"/>
            <a:ext cx="10297144" cy="18508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3200">
                <a:solidFill>
                  <a:schemeClr val="bg1"/>
                </a:solidFill>
                <a:latin typeface="+mn-lt"/>
                <a:ea typeface="+mn-ea"/>
                <a:cs typeface="+mn-cs"/>
              </a:defRPr>
            </a:lvl1pPr>
            <a:lvl2pPr marL="742950" indent="-285750" algn="l" rtl="0" eaLnBrk="0" fontAlgn="base" hangingPunct="0">
              <a:spcBef>
                <a:spcPct val="20000"/>
              </a:spcBef>
              <a:spcAft>
                <a:spcPct val="0"/>
              </a:spcAft>
              <a:buChar char="–"/>
              <a:defRPr sz="2800">
                <a:solidFill>
                  <a:schemeClr val="bg1"/>
                </a:solidFill>
                <a:latin typeface="+mn-lt"/>
                <a:ea typeface="+mn-ea"/>
              </a:defRPr>
            </a:lvl2pPr>
            <a:lvl3pPr marL="1143000" indent="-228600" algn="l" rtl="0" eaLnBrk="0" fontAlgn="base" hangingPunct="0">
              <a:spcBef>
                <a:spcPct val="20000"/>
              </a:spcBef>
              <a:spcAft>
                <a:spcPct val="0"/>
              </a:spcAft>
              <a:buChar char="•"/>
              <a:defRPr sz="2400">
                <a:solidFill>
                  <a:schemeClr val="bg1"/>
                </a:solidFill>
                <a:latin typeface="+mn-lt"/>
                <a:ea typeface="+mn-ea"/>
              </a:defRPr>
            </a:lvl3pPr>
            <a:lvl4pPr marL="1600200" indent="-228600" algn="l" rtl="0" eaLnBrk="0" fontAlgn="base" hangingPunct="0">
              <a:spcBef>
                <a:spcPct val="20000"/>
              </a:spcBef>
              <a:spcAft>
                <a:spcPct val="0"/>
              </a:spcAft>
              <a:buChar char="–"/>
              <a:defRPr sz="2000">
                <a:solidFill>
                  <a:schemeClr val="bg1"/>
                </a:solidFill>
                <a:latin typeface="+mn-lt"/>
                <a:ea typeface="+mn-ea"/>
              </a:defRPr>
            </a:lvl4pPr>
            <a:lvl5pPr marL="2057400" indent="-228600" algn="l" rtl="0" eaLnBrk="0" fontAlgn="base" hangingPunct="0">
              <a:spcBef>
                <a:spcPct val="20000"/>
              </a:spcBef>
              <a:spcAft>
                <a:spcPct val="0"/>
              </a:spcAft>
              <a:buChar char="»"/>
              <a:defRPr sz="2000">
                <a:solidFill>
                  <a:schemeClr val="bg1"/>
                </a:solidFill>
                <a:latin typeface="+mn-lt"/>
                <a:ea typeface="+mn-ea"/>
              </a:defRPr>
            </a:lvl5pPr>
            <a:lvl6pPr marL="2514600" indent="-228600" algn="l" rtl="0" fontAlgn="base">
              <a:spcBef>
                <a:spcPct val="20000"/>
              </a:spcBef>
              <a:spcAft>
                <a:spcPct val="0"/>
              </a:spcAft>
              <a:buChar char="»"/>
              <a:defRPr sz="2000">
                <a:solidFill>
                  <a:schemeClr val="bg1"/>
                </a:solidFill>
                <a:latin typeface="+mn-lt"/>
                <a:ea typeface="+mn-ea"/>
              </a:defRPr>
            </a:lvl6pPr>
            <a:lvl7pPr marL="2971800" indent="-228600" algn="l" rtl="0" fontAlgn="base">
              <a:spcBef>
                <a:spcPct val="20000"/>
              </a:spcBef>
              <a:spcAft>
                <a:spcPct val="0"/>
              </a:spcAft>
              <a:buChar char="»"/>
              <a:defRPr sz="2000">
                <a:solidFill>
                  <a:schemeClr val="bg1"/>
                </a:solidFill>
                <a:latin typeface="+mn-lt"/>
                <a:ea typeface="+mn-ea"/>
              </a:defRPr>
            </a:lvl7pPr>
            <a:lvl8pPr marL="3429000" indent="-228600" algn="l" rtl="0" fontAlgn="base">
              <a:spcBef>
                <a:spcPct val="20000"/>
              </a:spcBef>
              <a:spcAft>
                <a:spcPct val="0"/>
              </a:spcAft>
              <a:buChar char="»"/>
              <a:defRPr sz="2000">
                <a:solidFill>
                  <a:schemeClr val="bg1"/>
                </a:solidFill>
                <a:latin typeface="+mn-lt"/>
                <a:ea typeface="+mn-ea"/>
              </a:defRPr>
            </a:lvl8pPr>
            <a:lvl9pPr marL="3886200" indent="-228600" algn="l" rtl="0" fontAlgn="base">
              <a:spcBef>
                <a:spcPct val="20000"/>
              </a:spcBef>
              <a:spcAft>
                <a:spcPct val="0"/>
              </a:spcAft>
              <a:buChar char="»"/>
              <a:defRPr sz="2000">
                <a:solidFill>
                  <a:schemeClr val="bg1"/>
                </a:solidFill>
                <a:latin typeface="+mn-lt"/>
                <a:ea typeface="+mn-ea"/>
              </a:defRPr>
            </a:lvl9pPr>
          </a:lstStyle>
          <a:p>
            <a:pPr indent="0">
              <a:lnSpc>
                <a:spcPct val="105000"/>
              </a:lnSpc>
              <a:buNone/>
            </a:pPr>
            <a:r>
              <a:rPr kumimoji="0" lang="zh-CN" altLang="en-US" sz="20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设：命题  </a:t>
            </a:r>
            <a:r>
              <a:rPr kumimoji="0" lang="en-US" altLang="zh-CN" sz="2000" b="0" i="1"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kumimoji="0" lang="en-US" altLang="zh-CN" sz="20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2000" b="0" i="1"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kumimoji="0" lang="en-US" altLang="zh-CN" sz="20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2000" b="0" i="1"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r>
              <a:rPr kumimoji="0" lang="zh-CN" altLang="en-US" sz="20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分别表示 ： 王教授是苏州、上海、杭州人。则</a:t>
            </a:r>
            <a:r>
              <a:rPr kumimoji="0" lang="en-US" altLang="zh-CN" sz="2000" b="0" i="1"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kumimoji="0" lang="en-US" altLang="zh-CN" sz="20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2000" b="0" i="1"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kumimoji="0" lang="en-US" altLang="zh-CN" sz="20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2000" b="0" i="1"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r>
              <a:rPr kumimoji="0" lang="zh-CN" altLang="en-US" sz="20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中必有一个真命题</a:t>
            </a:r>
            <a:r>
              <a:rPr kumimoji="0" lang="en-US" altLang="zh-CN" sz="20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20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两个假命题。要通过逻辑演算将真命题找出来。</a:t>
            </a:r>
          </a:p>
          <a:p>
            <a:pPr indent="0">
              <a:lnSpc>
                <a:spcPct val="105000"/>
              </a:lnSpc>
              <a:buNone/>
            </a:pPr>
            <a:r>
              <a:rPr kumimoji="0" lang="zh-CN" altLang="en-US" sz="20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设： 甲的判断为： </a:t>
            </a:r>
            <a:r>
              <a:rPr kumimoji="0" lang="en-US" altLang="zh-CN" sz="2000" b="0" i="1"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kumimoji="0" lang="en-US" altLang="zh-CN" sz="2000" b="0" kern="0" baseline="-25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a:t>
            </a:r>
            <a:r>
              <a:rPr kumimoji="0" lang="en-US" altLang="zh-CN" sz="20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2000" b="0" i="1" kern="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kumimoji="0" lang="en-US" altLang="zh-CN" sz="2000" b="0" kern="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000" b="0" i="1" kern="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kumimoji="0" lang="en-US" altLang="zh-CN" sz="20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p>
          <a:p>
            <a:pPr indent="0">
              <a:lnSpc>
                <a:spcPct val="105000"/>
              </a:lnSpc>
              <a:buNone/>
            </a:pPr>
            <a:r>
              <a:rPr kumimoji="0" lang="zh-CN" altLang="en-US" sz="20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乙的判断为：</a:t>
            </a:r>
            <a:r>
              <a:rPr kumimoji="0" lang="en-US" altLang="zh-CN" sz="2000" b="0" i="1"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kumimoji="0" lang="en-US" altLang="zh-CN" sz="2000" b="0" kern="0" baseline="-25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2</a:t>
            </a:r>
            <a:r>
              <a:rPr kumimoji="0" lang="en-US" altLang="zh-CN" sz="20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2000" b="0" i="1"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kumimoji="0" lang="en-US" altLang="zh-CN" sz="20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000" b="0" i="1"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kumimoji="0" lang="en-US" altLang="zh-CN" sz="20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p>
          <a:p>
            <a:pPr indent="0">
              <a:lnSpc>
                <a:spcPct val="105000"/>
              </a:lnSpc>
              <a:buNone/>
            </a:pPr>
            <a:r>
              <a:rPr kumimoji="0" lang="zh-CN" altLang="en-US" sz="20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丙的判断为：</a:t>
            </a:r>
            <a:r>
              <a:rPr kumimoji="0" lang="en-US" altLang="zh-CN" sz="2000" b="0" i="1"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kumimoji="0" lang="en-US" altLang="zh-CN" sz="2000" b="0" kern="0" baseline="-25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a:t>
            </a:r>
            <a:r>
              <a:rPr kumimoji="0" lang="en-US" altLang="zh-CN" sz="20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2000" b="0" i="1"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kumimoji="0" lang="en-US" altLang="zh-CN" sz="20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000" b="0" i="1"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r>
              <a:rPr kumimoji="0" lang="zh-CN" altLang="en-US" sz="20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9" name="文本框 8"/>
          <p:cNvSpPr txBox="1"/>
          <p:nvPr/>
        </p:nvSpPr>
        <p:spPr>
          <a:xfrm>
            <a:off x="395166" y="4175502"/>
            <a:ext cx="1032516" cy="523220"/>
          </a:xfrm>
          <a:prstGeom prst="rect">
            <a:avLst/>
          </a:prstGeom>
          <a:noFill/>
        </p:spPr>
        <p:txBody>
          <a:bodyPr wrap="square">
            <a:spAutoFit/>
          </a:bodyPr>
          <a:lstStyle/>
          <a:p>
            <a:r>
              <a:rPr kumimoji="0" lang="zh-CN" altLang="en-US" sz="2800" b="0" kern="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解： </a:t>
            </a:r>
            <a:endParaRPr lang="zh-CN" altLang="en-US" sz="2800" dirty="0">
              <a:solidFill>
                <a:srgbClr val="FFFF00"/>
              </a:solidFill>
            </a:endParaRPr>
          </a:p>
        </p:txBody>
      </p:sp>
      <p:sp>
        <p:nvSpPr>
          <p:cNvPr id="7" name="Rectangle 3">
            <a:extLst>
              <a:ext uri="{FF2B5EF4-FFF2-40B4-BE49-F238E27FC236}">
                <a16:creationId xmlns:a16="http://schemas.microsoft.com/office/drawing/2014/main" id="{AE0BCB69-87D0-4EB5-A66C-93D580AC7B57}"/>
              </a:ext>
            </a:extLst>
          </p:cNvPr>
          <p:cNvSpPr>
            <a:spLocks noChangeArrowheads="1"/>
          </p:cNvSpPr>
          <p:nvPr/>
        </p:nvSpPr>
        <p:spPr bwMode="auto">
          <a:xfrm>
            <a:off x="5287964" y="404813"/>
            <a:ext cx="4891087" cy="646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3.2.2 </a:t>
            </a:r>
            <a:r>
              <a:rPr lang="zh-CN" altLang="en-US"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等值演算</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144387">
                                            <p:txEl>
                                              <p:pRg st="0" end="0"/>
                                            </p:txEl>
                                          </p:spTgt>
                                        </p:tgtEl>
                                        <p:attrNameLst>
                                          <p:attrName>style.visibility</p:attrName>
                                        </p:attrNameLst>
                                      </p:cBhvr>
                                      <p:to>
                                        <p:strVal val="visible"/>
                                      </p:to>
                                    </p:set>
                                    <p:animEffect transition="in" filter="dissolve">
                                      <p:cBhvr>
                                        <p:cTn id="7" dur="500"/>
                                        <p:tgtEl>
                                          <p:spTgt spid="144387">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144387">
                                            <p:txEl>
                                              <p:pRg st="1" end="1"/>
                                            </p:txEl>
                                          </p:spTgt>
                                        </p:tgtEl>
                                        <p:attrNameLst>
                                          <p:attrName>style.visibility</p:attrName>
                                        </p:attrNameLst>
                                      </p:cBhvr>
                                      <p:to>
                                        <p:strVal val="visible"/>
                                      </p:to>
                                    </p:set>
                                    <p:animEffect transition="in" filter="dissolve">
                                      <p:cBhvr>
                                        <p:cTn id="10" dur="500"/>
                                        <p:tgtEl>
                                          <p:spTgt spid="144387">
                                            <p:txEl>
                                              <p:pRg st="1" end="1"/>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144387">
                                            <p:txEl>
                                              <p:pRg st="2" end="2"/>
                                            </p:txEl>
                                          </p:spTgt>
                                        </p:tgtEl>
                                        <p:attrNameLst>
                                          <p:attrName>style.visibility</p:attrName>
                                        </p:attrNameLst>
                                      </p:cBhvr>
                                      <p:to>
                                        <p:strVal val="visible"/>
                                      </p:to>
                                    </p:set>
                                    <p:animEffect transition="in" filter="dissolve">
                                      <p:cBhvr>
                                        <p:cTn id="13" dur="500"/>
                                        <p:tgtEl>
                                          <p:spTgt spid="144387">
                                            <p:txEl>
                                              <p:pRg st="2" end="2"/>
                                            </p:txEl>
                                          </p:spTgt>
                                        </p:tgtEl>
                                      </p:cBhvr>
                                    </p:animEffect>
                                  </p:childTnLst>
                                </p:cTn>
                              </p:par>
                              <p:par>
                                <p:cTn id="14" presetID="9" presetClass="entr" presetSubtype="0" fill="hold" nodeType="withEffect">
                                  <p:stCondLst>
                                    <p:cond delay="0"/>
                                  </p:stCondLst>
                                  <p:childTnLst>
                                    <p:set>
                                      <p:cBhvr>
                                        <p:cTn id="15" dur="1" fill="hold">
                                          <p:stCondLst>
                                            <p:cond delay="0"/>
                                          </p:stCondLst>
                                        </p:cTn>
                                        <p:tgtEl>
                                          <p:spTgt spid="144387">
                                            <p:txEl>
                                              <p:pRg st="3" end="3"/>
                                            </p:txEl>
                                          </p:spTgt>
                                        </p:tgtEl>
                                        <p:attrNameLst>
                                          <p:attrName>style.visibility</p:attrName>
                                        </p:attrNameLst>
                                      </p:cBhvr>
                                      <p:to>
                                        <p:strVal val="visible"/>
                                      </p:to>
                                    </p:set>
                                    <p:animEffect transition="in" filter="dissolve">
                                      <p:cBhvr>
                                        <p:cTn id="16" dur="500"/>
                                        <p:tgtEl>
                                          <p:spTgt spid="144387">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4" presetClass="entr" presetSubtype="0" fill="hold" nodeType="click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anim to="" calcmode="lin" valueType="num">
                                      <p:cBhvr>
                                        <p:cTn id="25" dur="1" fill="hold"/>
                                        <p:tgtEl>
                                          <p:spTgt spid="4">
                                            <p:txEl>
                                              <p:pRg st="0" end="0"/>
                                            </p:txEl>
                                          </p:spTgt>
                                        </p:tgtEl>
                                      </p:cBhvr>
                                    </p:anim>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4">
                                            <p:txEl>
                                              <p:pRg st="1" end="1"/>
                                            </p:txEl>
                                          </p:spTgt>
                                        </p:tgtEl>
                                        <p:attrNameLst>
                                          <p:attrName>style.visibility</p:attrName>
                                        </p:attrNameLst>
                                      </p:cBhvr>
                                      <p:to>
                                        <p:strVal val="visible"/>
                                      </p:to>
                                    </p:set>
                                    <p:animEffect transition="in" filter="dissolve">
                                      <p:cBhvr>
                                        <p:cTn id="30" dur="500"/>
                                        <p:tgtEl>
                                          <p:spTgt spid="4">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4">
                                            <p:txEl>
                                              <p:pRg st="2" end="2"/>
                                            </p:txEl>
                                          </p:spTgt>
                                        </p:tgtEl>
                                        <p:attrNameLst>
                                          <p:attrName>style.visibility</p:attrName>
                                        </p:attrNameLst>
                                      </p:cBhvr>
                                      <p:to>
                                        <p:strVal val="visible"/>
                                      </p:to>
                                    </p:set>
                                    <p:animEffect transition="in" filter="dissolve">
                                      <p:cBhvr>
                                        <p:cTn id="35" dur="500"/>
                                        <p:tgtEl>
                                          <p:spTgt spid="4">
                                            <p:txEl>
                                              <p:pRg st="2" end="2"/>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4">
                                            <p:txEl>
                                              <p:pRg st="3" end="3"/>
                                            </p:txEl>
                                          </p:spTgt>
                                        </p:tgtEl>
                                        <p:attrNameLst>
                                          <p:attrName>style.visibility</p:attrName>
                                        </p:attrNameLst>
                                      </p:cBhvr>
                                      <p:to>
                                        <p:strVal val="visible"/>
                                      </p:to>
                                    </p:set>
                                    <p:animEffect transition="in" filter="dissolve">
                                      <p:cBhvr>
                                        <p:cTn id="40"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1" name="Rectangle 3"/>
          <p:cNvSpPr>
            <a:spLocks noGrp="1" noChangeArrowheads="1"/>
          </p:cNvSpPr>
          <p:nvPr>
            <p:ph type="body" idx="4294967295"/>
          </p:nvPr>
        </p:nvSpPr>
        <p:spPr>
          <a:xfrm>
            <a:off x="1127448" y="1628800"/>
            <a:ext cx="9793088" cy="4679950"/>
          </a:xfrm>
        </p:spPr>
        <p:txBody>
          <a:bodyPr/>
          <a:lstStyle/>
          <a:p>
            <a:pPr marL="0" indent="0">
              <a:lnSpc>
                <a:spcPct val="130000"/>
              </a:lnSpc>
              <a:spcBef>
                <a:spcPts val="0"/>
              </a:spcBef>
              <a:buNone/>
            </a:pPr>
            <a:r>
              <a:rPr lang="zh-CN" altLang="en-US"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那么甲的判断全对：       </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000" baseline="-25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000" baseline="-25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endPar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0" indent="0">
              <a:lnSpc>
                <a:spcPct val="130000"/>
              </a:lnSpc>
              <a:spcBef>
                <a:spcPts val="0"/>
              </a:spcBef>
              <a:buNone/>
            </a:pP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甲的判断对一半：   </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000" baseline="-25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p>
          <a:p>
            <a:pPr marL="0" indent="0">
              <a:lnSpc>
                <a:spcPct val="130000"/>
              </a:lnSpc>
              <a:spcBef>
                <a:spcPts val="0"/>
              </a:spcBef>
              <a:buNone/>
            </a:pP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甲的判断全错：       </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000" baseline="-25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p>
          <a:p>
            <a:pPr marL="0" indent="0">
              <a:lnSpc>
                <a:spcPct val="130000"/>
              </a:lnSpc>
              <a:spcBef>
                <a:spcPts val="0"/>
              </a:spcBef>
              <a:buNone/>
            </a:pP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乙的判断全对：       </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2000" baseline="-25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000" baseline="-25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p>
          <a:p>
            <a:pPr marL="0" indent="0">
              <a:lnSpc>
                <a:spcPct val="130000"/>
              </a:lnSpc>
              <a:spcBef>
                <a:spcPts val="0"/>
              </a:spcBef>
              <a:buNone/>
            </a:pP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乙的判断对一半：   </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2000" baseline="-25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p>
          <a:p>
            <a:pPr marL="0" indent="0">
              <a:lnSpc>
                <a:spcPct val="130000"/>
              </a:lnSpc>
              <a:spcBef>
                <a:spcPts val="0"/>
              </a:spcBef>
              <a:buNone/>
            </a:pP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乙的判断全错：       </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2000" baseline="-25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endPar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0" indent="0">
              <a:lnSpc>
                <a:spcPct val="130000"/>
              </a:lnSpc>
              <a:spcBef>
                <a:spcPts val="0"/>
              </a:spcBef>
              <a:buNone/>
            </a:pP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丙的判断全对：       </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2000" baseline="-25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000" baseline="-25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p>
          <a:p>
            <a:pPr marL="0" indent="0">
              <a:lnSpc>
                <a:spcPct val="130000"/>
              </a:lnSpc>
              <a:spcBef>
                <a:spcPts val="0"/>
              </a:spcBef>
              <a:buNone/>
            </a:pP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丙的判断对一半：   </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2000" baseline="-25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p>
          <a:p>
            <a:pPr marL="0" indent="0">
              <a:lnSpc>
                <a:spcPct val="130000"/>
              </a:lnSpc>
              <a:spcBef>
                <a:spcPts val="0"/>
              </a:spcBef>
              <a:buNone/>
            </a:pP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丙的判断全错：       </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2000" baseline="-25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p>
          <a:p>
            <a:pPr marL="0" indent="0">
              <a:lnSpc>
                <a:spcPct val="130000"/>
              </a:lnSpc>
              <a:spcBef>
                <a:spcPts val="0"/>
              </a:spcBef>
              <a:buNone/>
            </a:pPr>
            <a:r>
              <a:rPr lang="zh-CN" altLang="en-US"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由王教授所说 </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E</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000" baseline="-25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2000" baseline="-25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2000" baseline="-25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000" baseline="-25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2000" baseline="-25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2000" baseline="-25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000" baseline="-25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2000" baseline="-25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2000" baseline="-25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p>
          <a:p>
            <a:pPr marL="0" indent="0">
              <a:lnSpc>
                <a:spcPct val="130000"/>
              </a:lnSpc>
              <a:spcBef>
                <a:spcPts val="0"/>
              </a:spcBef>
              <a:buNone/>
            </a:pP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000" baseline="-25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2000" baseline="-25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2000" baseline="-25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000" baseline="-25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2000" baseline="-25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2000" baseline="-25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000" baseline="-25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2000" baseline="-25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2000" baseline="-25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为真命题。</a:t>
            </a:r>
            <a:endPar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Rectangle 3"/>
          <p:cNvSpPr>
            <a:spLocks noChangeArrowheads="1"/>
          </p:cNvSpPr>
          <p:nvPr/>
        </p:nvSpPr>
        <p:spPr bwMode="auto">
          <a:xfrm>
            <a:off x="5287964" y="404813"/>
            <a:ext cx="4891087" cy="646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3.2.2 </a:t>
            </a:r>
            <a:r>
              <a:rPr lang="zh-CN" altLang="en-US"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等值演算</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45411">
                                            <p:txEl>
                                              <p:pRg st="0" end="0"/>
                                            </p:txEl>
                                          </p:spTgt>
                                        </p:tgtEl>
                                        <p:attrNameLst>
                                          <p:attrName>style.visibility</p:attrName>
                                        </p:attrNameLst>
                                      </p:cBhvr>
                                      <p:to>
                                        <p:strVal val="visible"/>
                                      </p:to>
                                    </p:set>
                                    <p:animEffect transition="in" filter="dissolve">
                                      <p:cBhvr>
                                        <p:cTn id="7" dur="500"/>
                                        <p:tgtEl>
                                          <p:spTgt spid="145411">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145411">
                                            <p:txEl>
                                              <p:pRg st="1" end="1"/>
                                            </p:txEl>
                                          </p:spTgt>
                                        </p:tgtEl>
                                        <p:attrNameLst>
                                          <p:attrName>style.visibility</p:attrName>
                                        </p:attrNameLst>
                                      </p:cBhvr>
                                      <p:to>
                                        <p:strVal val="visible"/>
                                      </p:to>
                                    </p:set>
                                    <p:animEffect transition="in" filter="dissolve">
                                      <p:cBhvr>
                                        <p:cTn id="10" dur="500"/>
                                        <p:tgtEl>
                                          <p:spTgt spid="145411">
                                            <p:txEl>
                                              <p:pRg st="1" end="1"/>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145411">
                                            <p:txEl>
                                              <p:pRg st="2" end="2"/>
                                            </p:txEl>
                                          </p:spTgt>
                                        </p:tgtEl>
                                        <p:attrNameLst>
                                          <p:attrName>style.visibility</p:attrName>
                                        </p:attrNameLst>
                                      </p:cBhvr>
                                      <p:to>
                                        <p:strVal val="visible"/>
                                      </p:to>
                                    </p:set>
                                    <p:animEffect transition="in" filter="dissolve">
                                      <p:cBhvr>
                                        <p:cTn id="13" dur="500"/>
                                        <p:tgtEl>
                                          <p:spTgt spid="145411">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145411">
                                            <p:txEl>
                                              <p:pRg st="3" end="3"/>
                                            </p:txEl>
                                          </p:spTgt>
                                        </p:tgtEl>
                                        <p:attrNameLst>
                                          <p:attrName>style.visibility</p:attrName>
                                        </p:attrNameLst>
                                      </p:cBhvr>
                                      <p:to>
                                        <p:strVal val="visible"/>
                                      </p:to>
                                    </p:set>
                                    <p:animEffect transition="in" filter="dissolve">
                                      <p:cBhvr>
                                        <p:cTn id="18" dur="500"/>
                                        <p:tgtEl>
                                          <p:spTgt spid="145411">
                                            <p:txEl>
                                              <p:pRg st="3" end="3"/>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145411">
                                            <p:txEl>
                                              <p:pRg st="4" end="4"/>
                                            </p:txEl>
                                          </p:spTgt>
                                        </p:tgtEl>
                                        <p:attrNameLst>
                                          <p:attrName>style.visibility</p:attrName>
                                        </p:attrNameLst>
                                      </p:cBhvr>
                                      <p:to>
                                        <p:strVal val="visible"/>
                                      </p:to>
                                    </p:set>
                                    <p:animEffect transition="in" filter="dissolve">
                                      <p:cBhvr>
                                        <p:cTn id="21" dur="500"/>
                                        <p:tgtEl>
                                          <p:spTgt spid="145411">
                                            <p:txEl>
                                              <p:pRg st="4" end="4"/>
                                            </p:txEl>
                                          </p:spTgt>
                                        </p:tgtEl>
                                      </p:cBhvr>
                                    </p:animEffect>
                                  </p:childTnLst>
                                </p:cTn>
                              </p:par>
                              <p:par>
                                <p:cTn id="22" presetID="9" presetClass="entr" presetSubtype="0" fill="hold" nodeType="withEffect">
                                  <p:stCondLst>
                                    <p:cond delay="0"/>
                                  </p:stCondLst>
                                  <p:childTnLst>
                                    <p:set>
                                      <p:cBhvr>
                                        <p:cTn id="23" dur="1" fill="hold">
                                          <p:stCondLst>
                                            <p:cond delay="0"/>
                                          </p:stCondLst>
                                        </p:cTn>
                                        <p:tgtEl>
                                          <p:spTgt spid="145411">
                                            <p:txEl>
                                              <p:pRg st="5" end="5"/>
                                            </p:txEl>
                                          </p:spTgt>
                                        </p:tgtEl>
                                        <p:attrNameLst>
                                          <p:attrName>style.visibility</p:attrName>
                                        </p:attrNameLst>
                                      </p:cBhvr>
                                      <p:to>
                                        <p:strVal val="visible"/>
                                      </p:to>
                                    </p:set>
                                    <p:animEffect transition="in" filter="dissolve">
                                      <p:cBhvr>
                                        <p:cTn id="24" dur="500"/>
                                        <p:tgtEl>
                                          <p:spTgt spid="145411">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0" presetClass="entr" presetSubtype="0" fill="hold" nodeType="clickEffect">
                                  <p:stCondLst>
                                    <p:cond delay="0"/>
                                  </p:stCondLst>
                                  <p:childTnLst>
                                    <p:set>
                                      <p:cBhvr>
                                        <p:cTn id="28" dur="1" fill="hold">
                                          <p:stCondLst>
                                            <p:cond delay="0"/>
                                          </p:stCondLst>
                                        </p:cTn>
                                        <p:tgtEl>
                                          <p:spTgt spid="145411">
                                            <p:txEl>
                                              <p:pRg st="6" end="6"/>
                                            </p:txEl>
                                          </p:spTgt>
                                        </p:tgtEl>
                                        <p:attrNameLst>
                                          <p:attrName>style.visibility</p:attrName>
                                        </p:attrNameLst>
                                      </p:cBhvr>
                                      <p:to>
                                        <p:strVal val="visible"/>
                                      </p:to>
                                    </p:set>
                                    <p:animEffect transition="in" filter="wedge">
                                      <p:cBhvr>
                                        <p:cTn id="29" dur="2000"/>
                                        <p:tgtEl>
                                          <p:spTgt spid="145411">
                                            <p:txEl>
                                              <p:pRg st="6" end="6"/>
                                            </p:txEl>
                                          </p:spTgt>
                                        </p:tgtEl>
                                      </p:cBhvr>
                                    </p:animEffect>
                                  </p:childTnLst>
                                </p:cTn>
                              </p:par>
                              <p:par>
                                <p:cTn id="30" presetID="20" presetClass="entr" presetSubtype="0" fill="hold" nodeType="withEffect">
                                  <p:stCondLst>
                                    <p:cond delay="0"/>
                                  </p:stCondLst>
                                  <p:childTnLst>
                                    <p:set>
                                      <p:cBhvr>
                                        <p:cTn id="31" dur="1" fill="hold">
                                          <p:stCondLst>
                                            <p:cond delay="0"/>
                                          </p:stCondLst>
                                        </p:cTn>
                                        <p:tgtEl>
                                          <p:spTgt spid="145411">
                                            <p:txEl>
                                              <p:pRg st="7" end="7"/>
                                            </p:txEl>
                                          </p:spTgt>
                                        </p:tgtEl>
                                        <p:attrNameLst>
                                          <p:attrName>style.visibility</p:attrName>
                                        </p:attrNameLst>
                                      </p:cBhvr>
                                      <p:to>
                                        <p:strVal val="visible"/>
                                      </p:to>
                                    </p:set>
                                    <p:animEffect transition="in" filter="wedge">
                                      <p:cBhvr>
                                        <p:cTn id="32" dur="2000"/>
                                        <p:tgtEl>
                                          <p:spTgt spid="145411">
                                            <p:txEl>
                                              <p:pRg st="7" end="7"/>
                                            </p:txEl>
                                          </p:spTgt>
                                        </p:tgtEl>
                                      </p:cBhvr>
                                    </p:animEffect>
                                  </p:childTnLst>
                                </p:cTn>
                              </p:par>
                              <p:par>
                                <p:cTn id="33" presetID="20" presetClass="entr" presetSubtype="0" fill="hold" nodeType="withEffect">
                                  <p:stCondLst>
                                    <p:cond delay="0"/>
                                  </p:stCondLst>
                                  <p:childTnLst>
                                    <p:set>
                                      <p:cBhvr>
                                        <p:cTn id="34" dur="1" fill="hold">
                                          <p:stCondLst>
                                            <p:cond delay="0"/>
                                          </p:stCondLst>
                                        </p:cTn>
                                        <p:tgtEl>
                                          <p:spTgt spid="145411">
                                            <p:txEl>
                                              <p:pRg st="8" end="8"/>
                                            </p:txEl>
                                          </p:spTgt>
                                        </p:tgtEl>
                                        <p:attrNameLst>
                                          <p:attrName>style.visibility</p:attrName>
                                        </p:attrNameLst>
                                      </p:cBhvr>
                                      <p:to>
                                        <p:strVal val="visible"/>
                                      </p:to>
                                    </p:set>
                                    <p:animEffect transition="in" filter="wedge">
                                      <p:cBhvr>
                                        <p:cTn id="35" dur="2000"/>
                                        <p:tgtEl>
                                          <p:spTgt spid="145411">
                                            <p:txEl>
                                              <p:pRg st="8" end="8"/>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145411">
                                            <p:txEl>
                                              <p:pRg st="9" end="9"/>
                                            </p:txEl>
                                          </p:spTgt>
                                        </p:tgtEl>
                                        <p:attrNameLst>
                                          <p:attrName>style.visibility</p:attrName>
                                        </p:attrNameLst>
                                      </p:cBhvr>
                                      <p:to>
                                        <p:strVal val="visible"/>
                                      </p:to>
                                    </p:set>
                                    <p:animEffect transition="in" filter="dissolve">
                                      <p:cBhvr>
                                        <p:cTn id="40" dur="500"/>
                                        <p:tgtEl>
                                          <p:spTgt spid="145411">
                                            <p:txEl>
                                              <p:pRg st="9" end="9"/>
                                            </p:txEl>
                                          </p:spTgt>
                                        </p:tgtEl>
                                      </p:cBhvr>
                                    </p:animEffect>
                                  </p:childTnLst>
                                </p:cTn>
                              </p:par>
                              <p:par>
                                <p:cTn id="41" presetID="9" presetClass="entr" presetSubtype="0" fill="hold" nodeType="withEffect">
                                  <p:stCondLst>
                                    <p:cond delay="0"/>
                                  </p:stCondLst>
                                  <p:childTnLst>
                                    <p:set>
                                      <p:cBhvr>
                                        <p:cTn id="42" dur="1" fill="hold">
                                          <p:stCondLst>
                                            <p:cond delay="0"/>
                                          </p:stCondLst>
                                        </p:cTn>
                                        <p:tgtEl>
                                          <p:spTgt spid="145411">
                                            <p:txEl>
                                              <p:pRg st="10" end="10"/>
                                            </p:txEl>
                                          </p:spTgt>
                                        </p:tgtEl>
                                        <p:attrNameLst>
                                          <p:attrName>style.visibility</p:attrName>
                                        </p:attrNameLst>
                                      </p:cBhvr>
                                      <p:to>
                                        <p:strVal val="visible"/>
                                      </p:to>
                                    </p:set>
                                    <p:animEffect transition="in" filter="dissolve">
                                      <p:cBhvr>
                                        <p:cTn id="43" dur="500"/>
                                        <p:tgtEl>
                                          <p:spTgt spid="145411">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5" name="Rectangle 3"/>
          <p:cNvSpPr>
            <a:spLocks noGrp="1" noChangeArrowheads="1"/>
          </p:cNvSpPr>
          <p:nvPr>
            <p:ph type="body" idx="4294967295"/>
          </p:nvPr>
        </p:nvSpPr>
        <p:spPr>
          <a:xfrm>
            <a:off x="515380" y="1700809"/>
            <a:ext cx="11161240" cy="4608512"/>
          </a:xfrm>
        </p:spPr>
        <p:txBody>
          <a:bodyPr/>
          <a:lstStyle/>
          <a:p>
            <a:pPr marL="0" indent="0">
              <a:lnSpc>
                <a:spcPct val="150000"/>
              </a:lnSpc>
              <a:buNone/>
            </a:pPr>
            <a:r>
              <a:rPr lang="en-US" altLang="zh-CN" sz="2000" b="1" i="1"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000" b="1" baseline="-250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b="1"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i="1"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2000" b="1" baseline="-250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000" b="1"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i="1"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2000" b="1" baseline="-250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1"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0</a:t>
            </a:r>
          </a:p>
          <a:p>
            <a:pPr marL="0" indent="0">
              <a:lnSpc>
                <a:spcPct val="150000"/>
              </a:lnSpc>
              <a:buNone/>
            </a:pPr>
            <a:r>
              <a:rPr lang="en-US" altLang="zh-CN" sz="2000" b="1" i="1"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000" b="1" baseline="-250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b="1"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i="1"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2000" b="1" baseline="-250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2000" b="1"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i="1"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2000" b="1" baseline="-250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p>
          <a:p>
            <a:pPr marL="0" indent="0">
              <a:lnSpc>
                <a:spcPct val="150000"/>
              </a:lnSpc>
              <a:buNone/>
            </a:pP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1"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1" i="1" dirty="0" err="1">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1" dirty="0" err="1">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i="1" dirty="0" err="1">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1"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i="1"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p>
          <a:p>
            <a:pPr marL="0" indent="0">
              <a:lnSpc>
                <a:spcPct val="150000"/>
              </a:lnSpc>
              <a:buNone/>
            </a:pPr>
            <a:r>
              <a:rPr lang="en-US" altLang="zh-CN" sz="2000" b="1" i="1"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000" b="1" baseline="-250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000" b="1"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i="1"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2000" b="1" baseline="-250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b="1"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i="1"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2000" baseline="-25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1"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0</a:t>
            </a:r>
          </a:p>
          <a:p>
            <a:pPr marL="0" indent="0">
              <a:lnSpc>
                <a:spcPct val="150000"/>
              </a:lnSpc>
              <a:buNone/>
            </a:pPr>
            <a:r>
              <a:rPr lang="zh-CN" altLang="en-US"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类似可得</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1" i="1"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000" b="1" baseline="-2500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000" b="1"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i="1"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2000" b="1" baseline="-2500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2000" b="1"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i="1"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2000" b="1" baseline="-2500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b="1"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 0, </a:t>
            </a:r>
            <a:r>
              <a:rPr lang="en-US" altLang="zh-CN" sz="2000" b="1" i="1"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000" b="1" baseline="-2500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2000" b="1"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i="1"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2000" b="1" baseline="-2500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b="1"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i="1"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2000" b="1" baseline="-2500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000" b="1"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b="1" i="1"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1"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i="1" dirty="0" err="1">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1" dirty="0" err="1">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i="1" dirty="0" err="1">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1"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1" i="1"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000" b="1" baseline="-2500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2000" b="1"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i="1"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2000" b="1" baseline="-2500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000" b="1"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i="1"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2000" b="1" baseline="-2500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b="1"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 0</a:t>
            </a:r>
          </a:p>
          <a:p>
            <a:pPr marL="0" indent="0">
              <a:lnSpc>
                <a:spcPct val="150000"/>
              </a:lnSpc>
              <a:buNone/>
            </a:pPr>
            <a:r>
              <a:rPr lang="zh-CN" altLang="en-US"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于是</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由同一律可知 </a:t>
            </a:r>
            <a:r>
              <a:rPr lang="en-US" altLang="zh-CN" sz="2000" b="1" i="1" dirty="0">
                <a:solidFill>
                  <a:srgbClr val="92D05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E</a:t>
            </a:r>
            <a:r>
              <a:rPr lang="en-US" altLang="zh-CN" sz="2000" b="1" dirty="0">
                <a:solidFill>
                  <a:srgbClr val="92D05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b="1" i="1" dirty="0" err="1">
                <a:solidFill>
                  <a:srgbClr val="92D05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1" dirty="0" err="1">
                <a:solidFill>
                  <a:srgbClr val="92D05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i="1" dirty="0" err="1">
                <a:solidFill>
                  <a:srgbClr val="92D05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1" dirty="0">
                <a:solidFill>
                  <a:srgbClr val="92D05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i="1" dirty="0">
                <a:solidFill>
                  <a:srgbClr val="92D05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1" dirty="0">
                <a:solidFill>
                  <a:srgbClr val="92D05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i="1" dirty="0">
                <a:solidFill>
                  <a:srgbClr val="92D05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1" dirty="0">
                <a:solidFill>
                  <a:srgbClr val="92D05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i="1" dirty="0" err="1">
                <a:solidFill>
                  <a:srgbClr val="92D05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1" dirty="0" err="1">
                <a:solidFill>
                  <a:srgbClr val="92D05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1" dirty="0">
                <a:solidFill>
                  <a:srgbClr val="92D05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p>
          <a:p>
            <a:pPr marL="0" indent="0">
              <a:lnSpc>
                <a:spcPct val="150000"/>
              </a:lnSpc>
              <a:buNone/>
            </a:pPr>
            <a:r>
              <a:rPr lang="zh-CN" altLang="en-US"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但因为王教授不能既是苏州人</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又是杭州人</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因而</a:t>
            </a:r>
            <a:r>
              <a:rPr lang="en-US" altLang="zh-CN" sz="20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r>
              <a:rPr lang="zh-CN" altLang="en-US"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必有一个为假命题</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即</a:t>
            </a:r>
            <a:r>
              <a:rPr lang="en-US" altLang="zh-CN" sz="2000" b="1" i="1"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1"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i="1" dirty="0" err="1">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1" dirty="0" err="1">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i="1" dirty="0" err="1">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1" dirty="0">
                <a:solidFill>
                  <a:srgbClr val="FF7C8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 0</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p>
          <a:p>
            <a:pPr marL="0" indent="0">
              <a:lnSpc>
                <a:spcPct val="150000"/>
              </a:lnSpc>
              <a:buNone/>
            </a:pPr>
            <a:r>
              <a:rPr lang="zh-CN" altLang="en-US"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于是   </a:t>
            </a:r>
            <a:r>
              <a:rPr lang="en-US" altLang="zh-CN" sz="2000" i="1"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E</a:t>
            </a:r>
            <a:r>
              <a:rPr lang="en-US" altLang="zh-CN" sz="20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i="1" dirty="0" err="1">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err="1">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为真命题</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因而必有</a:t>
            </a:r>
            <a:r>
              <a:rPr lang="en-US" altLang="zh-CN" sz="20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r>
              <a:rPr lang="zh-CN" altLang="en-US"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为假命题</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zh-CN" altLang="en-US"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为真命题</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即王教授为上海人</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甲说得全对</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丙说对了一半</a:t>
            </a:r>
            <a:r>
              <a:rPr lang="en-US" altLang="zh-CN"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而乙全说错啦。 </a:t>
            </a:r>
          </a:p>
        </p:txBody>
      </p:sp>
      <p:sp>
        <p:nvSpPr>
          <p:cNvPr id="2" name="Rectangle 3"/>
          <p:cNvSpPr>
            <a:spLocks noChangeArrowheads="1"/>
          </p:cNvSpPr>
          <p:nvPr/>
        </p:nvSpPr>
        <p:spPr bwMode="auto">
          <a:xfrm>
            <a:off x="5287964" y="404813"/>
            <a:ext cx="4891087" cy="646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3.2.2 </a:t>
            </a:r>
            <a:r>
              <a:rPr lang="zh-CN" altLang="en-US"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等值演算</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46435">
                                            <p:txEl>
                                              <p:pRg st="0" end="0"/>
                                            </p:txEl>
                                          </p:spTgt>
                                        </p:tgtEl>
                                        <p:attrNameLst>
                                          <p:attrName>style.visibility</p:attrName>
                                        </p:attrNameLst>
                                      </p:cBhvr>
                                      <p:to>
                                        <p:strVal val="visible"/>
                                      </p:to>
                                    </p:set>
                                    <p:animEffect transition="in" filter="dissolve">
                                      <p:cBhvr>
                                        <p:cTn id="7" dur="500"/>
                                        <p:tgtEl>
                                          <p:spTgt spid="1464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46435">
                                            <p:txEl>
                                              <p:pRg st="1" end="1"/>
                                            </p:txEl>
                                          </p:spTgt>
                                        </p:tgtEl>
                                        <p:attrNameLst>
                                          <p:attrName>style.visibility</p:attrName>
                                        </p:attrNameLst>
                                      </p:cBhvr>
                                      <p:to>
                                        <p:strVal val="visible"/>
                                      </p:to>
                                    </p:set>
                                    <p:animEffect transition="in" filter="dissolve">
                                      <p:cBhvr>
                                        <p:cTn id="12" dur="500"/>
                                        <p:tgtEl>
                                          <p:spTgt spid="14643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7" presetClass="entr" presetSubtype="10" fill="hold" nodeType="clickEffect">
                                  <p:stCondLst>
                                    <p:cond delay="0"/>
                                  </p:stCondLst>
                                  <p:childTnLst>
                                    <p:set>
                                      <p:cBhvr>
                                        <p:cTn id="16" dur="1" fill="hold">
                                          <p:stCondLst>
                                            <p:cond delay="0"/>
                                          </p:stCondLst>
                                        </p:cTn>
                                        <p:tgtEl>
                                          <p:spTgt spid="146435">
                                            <p:txEl>
                                              <p:pRg st="2" end="2"/>
                                            </p:txEl>
                                          </p:spTgt>
                                        </p:tgtEl>
                                        <p:attrNameLst>
                                          <p:attrName>style.visibility</p:attrName>
                                        </p:attrNameLst>
                                      </p:cBhvr>
                                      <p:to>
                                        <p:strVal val="visible"/>
                                      </p:to>
                                    </p:set>
                                    <p:anim calcmode="lin" valueType="num">
                                      <p:cBhvr>
                                        <p:cTn id="17" dur="500" fill="hold"/>
                                        <p:tgtEl>
                                          <p:spTgt spid="146435">
                                            <p:txEl>
                                              <p:pRg st="2" end="2"/>
                                            </p:txEl>
                                          </p:spTgt>
                                        </p:tgtEl>
                                        <p:attrNameLst>
                                          <p:attrName>ppt_w</p:attrName>
                                        </p:attrNameLst>
                                      </p:cBhvr>
                                      <p:tavLst>
                                        <p:tav tm="0">
                                          <p:val>
                                            <p:fltVal val="0"/>
                                          </p:val>
                                        </p:tav>
                                        <p:tav tm="100000">
                                          <p:val>
                                            <p:strVal val="#ppt_w"/>
                                          </p:val>
                                        </p:tav>
                                      </p:tavLst>
                                    </p:anim>
                                    <p:anim calcmode="lin" valueType="num">
                                      <p:cBhvr>
                                        <p:cTn id="18" dur="500" fill="hold"/>
                                        <p:tgtEl>
                                          <p:spTgt spid="146435">
                                            <p:txEl>
                                              <p:pRg st="2" end="2"/>
                                            </p:txEl>
                                          </p:spTgt>
                                        </p:tgtEl>
                                        <p:attrNameLst>
                                          <p:attrName>ppt_h</p:attrName>
                                        </p:attrNameLst>
                                      </p:cBhvr>
                                      <p:tavLst>
                                        <p:tav tm="0">
                                          <p:val>
                                            <p:strVal val="#ppt_h"/>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20" presetClass="entr" presetSubtype="0" fill="hold" nodeType="clickEffect">
                                  <p:stCondLst>
                                    <p:cond delay="0"/>
                                  </p:stCondLst>
                                  <p:childTnLst>
                                    <p:set>
                                      <p:cBhvr>
                                        <p:cTn id="22" dur="1" fill="hold">
                                          <p:stCondLst>
                                            <p:cond delay="0"/>
                                          </p:stCondLst>
                                        </p:cTn>
                                        <p:tgtEl>
                                          <p:spTgt spid="146435">
                                            <p:txEl>
                                              <p:pRg st="3" end="3"/>
                                            </p:txEl>
                                          </p:spTgt>
                                        </p:tgtEl>
                                        <p:attrNameLst>
                                          <p:attrName>style.visibility</p:attrName>
                                        </p:attrNameLst>
                                      </p:cBhvr>
                                      <p:to>
                                        <p:strVal val="visible"/>
                                      </p:to>
                                    </p:set>
                                    <p:animEffect transition="in" filter="wedge">
                                      <p:cBhvr>
                                        <p:cTn id="23" dur="2000"/>
                                        <p:tgtEl>
                                          <p:spTgt spid="146435">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7" presetClass="entr" presetSubtype="0" fill="hold" nodeType="clickEffect">
                                  <p:stCondLst>
                                    <p:cond delay="0"/>
                                  </p:stCondLst>
                                  <p:iterate type="lt">
                                    <p:tmPct val="50000"/>
                                  </p:iterate>
                                  <p:childTnLst>
                                    <p:set>
                                      <p:cBhvr>
                                        <p:cTn id="27" dur="1" fill="hold">
                                          <p:stCondLst>
                                            <p:cond delay="0"/>
                                          </p:stCondLst>
                                        </p:cTn>
                                        <p:tgtEl>
                                          <p:spTgt spid="146435">
                                            <p:txEl>
                                              <p:pRg st="4" end="4"/>
                                            </p:txEl>
                                          </p:spTgt>
                                        </p:tgtEl>
                                        <p:attrNameLst>
                                          <p:attrName>style.visibility</p:attrName>
                                        </p:attrNameLst>
                                      </p:cBhvr>
                                      <p:to>
                                        <p:strVal val="visible"/>
                                      </p:to>
                                    </p:set>
                                    <p:anim calcmode="discrete" valueType="clr">
                                      <p:cBhvr override="childStyle">
                                        <p:cTn id="28" dur="80"/>
                                        <p:tgtEl>
                                          <p:spTgt spid="146435">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9" dur="80"/>
                                        <p:tgtEl>
                                          <p:spTgt spid="146435">
                                            <p:txEl>
                                              <p:pRg st="4" end="4"/>
                                            </p:txEl>
                                          </p:spTgt>
                                        </p:tgtEl>
                                        <p:attrNameLst>
                                          <p:attrName>fillcolor</p:attrName>
                                        </p:attrNameLst>
                                      </p:cBhvr>
                                      <p:tavLst>
                                        <p:tav tm="0">
                                          <p:val>
                                            <p:clrVal>
                                              <a:schemeClr val="accent2"/>
                                            </p:clrVal>
                                          </p:val>
                                        </p:tav>
                                        <p:tav tm="50000">
                                          <p:val>
                                            <p:clrVal>
                                              <a:schemeClr val="hlink"/>
                                            </p:clrVal>
                                          </p:val>
                                        </p:tav>
                                      </p:tavLst>
                                    </p:anim>
                                    <p:set>
                                      <p:cBhvr>
                                        <p:cTn id="30" dur="80"/>
                                        <p:tgtEl>
                                          <p:spTgt spid="146435">
                                            <p:txEl>
                                              <p:pRg st="4" end="4"/>
                                            </p:txEl>
                                          </p:spTgt>
                                        </p:tgtEl>
                                        <p:attrNameLst>
                                          <p:attrName>fill.type</p:attrName>
                                        </p:attrNameLst>
                                      </p:cBhvr>
                                      <p:to>
                                        <p:strVal val="solid"/>
                                      </p:to>
                                    </p:se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146435">
                                            <p:txEl>
                                              <p:pRg st="5" end="5"/>
                                            </p:txEl>
                                          </p:spTgt>
                                        </p:tgtEl>
                                        <p:attrNameLst>
                                          <p:attrName>style.visibility</p:attrName>
                                        </p:attrNameLst>
                                      </p:cBhvr>
                                      <p:to>
                                        <p:strVal val="visible"/>
                                      </p:to>
                                    </p:set>
                                    <p:animEffect transition="in" filter="dissolve">
                                      <p:cBhvr>
                                        <p:cTn id="35" dur="500"/>
                                        <p:tgtEl>
                                          <p:spTgt spid="146435">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7" presetClass="entr" presetSubtype="10" fill="hold" nodeType="clickEffect">
                                  <p:stCondLst>
                                    <p:cond delay="0"/>
                                  </p:stCondLst>
                                  <p:childTnLst>
                                    <p:set>
                                      <p:cBhvr>
                                        <p:cTn id="39" dur="1" fill="hold">
                                          <p:stCondLst>
                                            <p:cond delay="0"/>
                                          </p:stCondLst>
                                        </p:cTn>
                                        <p:tgtEl>
                                          <p:spTgt spid="146435">
                                            <p:txEl>
                                              <p:pRg st="6" end="6"/>
                                            </p:txEl>
                                          </p:spTgt>
                                        </p:tgtEl>
                                        <p:attrNameLst>
                                          <p:attrName>style.visibility</p:attrName>
                                        </p:attrNameLst>
                                      </p:cBhvr>
                                      <p:to>
                                        <p:strVal val="visible"/>
                                      </p:to>
                                    </p:set>
                                    <p:anim calcmode="lin" valueType="num">
                                      <p:cBhvr>
                                        <p:cTn id="40" dur="500" fill="hold"/>
                                        <p:tgtEl>
                                          <p:spTgt spid="146435">
                                            <p:txEl>
                                              <p:pRg st="6" end="6"/>
                                            </p:txEl>
                                          </p:spTgt>
                                        </p:tgtEl>
                                        <p:attrNameLst>
                                          <p:attrName>ppt_w</p:attrName>
                                        </p:attrNameLst>
                                      </p:cBhvr>
                                      <p:tavLst>
                                        <p:tav tm="0">
                                          <p:val>
                                            <p:fltVal val="0"/>
                                          </p:val>
                                        </p:tav>
                                        <p:tav tm="100000">
                                          <p:val>
                                            <p:strVal val="#ppt_w"/>
                                          </p:val>
                                        </p:tav>
                                      </p:tavLst>
                                    </p:anim>
                                    <p:anim calcmode="lin" valueType="num">
                                      <p:cBhvr>
                                        <p:cTn id="41" dur="500" fill="hold"/>
                                        <p:tgtEl>
                                          <p:spTgt spid="146435">
                                            <p:txEl>
                                              <p:pRg st="6" end="6"/>
                                            </p:txEl>
                                          </p:spTgt>
                                        </p:tgtEl>
                                        <p:attrNameLst>
                                          <p:attrName>ppt_h</p:attrName>
                                        </p:attrNameLst>
                                      </p:cBhvr>
                                      <p:tavLst>
                                        <p:tav tm="0">
                                          <p:val>
                                            <p:strVal val="#ppt_h"/>
                                          </p:val>
                                        </p:tav>
                                        <p:tav tm="100000">
                                          <p:val>
                                            <p:strVal val="#ppt_h"/>
                                          </p:val>
                                        </p:tav>
                                      </p:tavLst>
                                    </p:anim>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14643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3"/>
          <p:cNvSpPr>
            <a:spLocks noChangeArrowheads="1"/>
          </p:cNvSpPr>
          <p:nvPr/>
        </p:nvSpPr>
        <p:spPr bwMode="auto">
          <a:xfrm>
            <a:off x="5287964" y="404813"/>
            <a:ext cx="489108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3.2.3</a:t>
            </a:r>
            <a:r>
              <a:rPr lang="zh-CN" altLang="en-US"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对偶原则</a:t>
            </a:r>
          </a:p>
        </p:txBody>
      </p:sp>
      <p:sp>
        <p:nvSpPr>
          <p:cNvPr id="18435" name="Text Box 2"/>
          <p:cNvSpPr txBox="1">
            <a:spLocks noChangeArrowheads="1"/>
          </p:cNvSpPr>
          <p:nvPr/>
        </p:nvSpPr>
        <p:spPr bwMode="auto">
          <a:xfrm>
            <a:off x="2057400" y="1319213"/>
            <a:ext cx="861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18436" name="Text Box 4"/>
          <p:cNvSpPr txBox="1">
            <a:spLocks noChangeArrowheads="1"/>
          </p:cNvSpPr>
          <p:nvPr/>
        </p:nvSpPr>
        <p:spPr bwMode="auto">
          <a:xfrm>
            <a:off x="895476" y="2226795"/>
            <a:ext cx="8784976" cy="13480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marL="0" indent="0" eaLnBrk="1" hangingPunct="1">
              <a:buFont typeface="Wingdings" panose="05000000000000000000" pitchFamily="2" charset="2"/>
              <a:buNone/>
              <a:defRPr/>
            </a:pP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(1) </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∧和∨的结合律与命题公式的简化记法</a:t>
            </a:r>
          </a:p>
          <a:p>
            <a:pPr marL="0" indent="0" eaLnBrk="1" hangingPunct="1">
              <a:buFont typeface="Wingdings" panose="05000000000000000000" pitchFamily="2" charset="2"/>
              <a:buNone/>
              <a:defRPr/>
            </a:pP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(2) </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命题公式的恒等式与集合公式的恒等式之间的高度相似性</a:t>
            </a:r>
          </a:p>
          <a:p>
            <a:pPr marL="0" indent="0" eaLnBrk="1" hangingPunct="1">
              <a:buFont typeface="Wingdings" panose="05000000000000000000" pitchFamily="2" charset="2"/>
              <a:buNone/>
              <a:defRPr/>
            </a:pP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(3) </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对偶原理也成立</a:t>
            </a:r>
          </a:p>
        </p:txBody>
      </p:sp>
      <p:sp>
        <p:nvSpPr>
          <p:cNvPr id="2" name="Rectangle 3"/>
          <p:cNvSpPr>
            <a:spLocks noChangeArrowheads="1"/>
          </p:cNvSpPr>
          <p:nvPr/>
        </p:nvSpPr>
        <p:spPr bwMode="auto">
          <a:xfrm>
            <a:off x="349162" y="1681644"/>
            <a:ext cx="517077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marL="457200" indent="-457200" eaLnBrk="1" hangingPunct="1">
              <a:spcBef>
                <a:spcPct val="50000"/>
              </a:spcBef>
              <a:buClr>
                <a:srgbClr val="FFC000"/>
              </a:buClr>
              <a:buSzPct val="80000"/>
              <a:buFont typeface="Wingdings" panose="05000000000000000000" pitchFamily="2" charset="2"/>
              <a:buChar char="n"/>
            </a:pPr>
            <a:r>
              <a:rPr lang="zh-CN" altLang="en-US" sz="28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几个观察</a:t>
            </a:r>
            <a:endParaRPr lang="zh-CN" altLang="en-US" sz="28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Rectangle 3"/>
          <p:cNvSpPr>
            <a:spLocks noChangeArrowheads="1"/>
          </p:cNvSpPr>
          <p:nvPr/>
        </p:nvSpPr>
        <p:spPr bwMode="auto">
          <a:xfrm>
            <a:off x="358762" y="3763628"/>
            <a:ext cx="517077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a:spcBef>
                <a:spcPct val="50000"/>
              </a:spcBef>
              <a:buClr>
                <a:srgbClr val="FFC000"/>
              </a:buClr>
              <a:buSzPct val="80000"/>
              <a:buFont typeface="Wingdings" panose="05000000000000000000" pitchFamily="2" charset="2"/>
              <a:buChar char="n"/>
            </a:pPr>
            <a:r>
              <a:rPr lang="zh-CN" altLang="en-US" sz="2800" b="0" dirty="0">
                <a:solidFill>
                  <a:srgbClr val="FFFF0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命题公式</a:t>
            </a:r>
            <a:r>
              <a:rPr lang="en-US" altLang="zh-CN" sz="2800" b="0" i="1" dirty="0">
                <a:solidFill>
                  <a:srgbClr val="FFFF0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A</a:t>
            </a:r>
            <a:r>
              <a:rPr lang="zh-CN" altLang="en-US" sz="2800" b="0" dirty="0">
                <a:solidFill>
                  <a:srgbClr val="FFFF0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的对偶式</a:t>
            </a:r>
            <a:r>
              <a:rPr lang="en-US" altLang="zh-CN" sz="2800" b="0" i="1" dirty="0">
                <a:solidFill>
                  <a:srgbClr val="FFFF0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A</a:t>
            </a:r>
            <a:r>
              <a:rPr lang="en-US" altLang="zh-CN" sz="2800" b="0" dirty="0">
                <a:solidFill>
                  <a:srgbClr val="FFFF0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a:t>
            </a:r>
          </a:p>
        </p:txBody>
      </p:sp>
      <p:sp>
        <p:nvSpPr>
          <p:cNvPr id="9" name="文本框 8"/>
          <p:cNvSpPr txBox="1"/>
          <p:nvPr/>
        </p:nvSpPr>
        <p:spPr>
          <a:xfrm>
            <a:off x="1055440" y="4286848"/>
            <a:ext cx="6093618" cy="1133708"/>
          </a:xfrm>
          <a:prstGeom prst="rect">
            <a:avLst/>
          </a:prstGeom>
          <a:noFill/>
        </p:spPr>
        <p:txBody>
          <a:bodyPr wrap="square">
            <a:spAutoFit/>
          </a:bodyPr>
          <a:lstStyle/>
          <a:p>
            <a:pPr marL="342900" indent="-342900" eaLnBrk="1" hangingPunct="1">
              <a:lnSpc>
                <a:spcPct val="150000"/>
              </a:lnSpc>
              <a:buFont typeface="Arial" panose="020B0604020202020204" pitchFamily="34" charset="0"/>
              <a:buChar char="•"/>
              <a:defRPr/>
            </a:pPr>
            <a:r>
              <a:rPr lang="en-US" altLang="zh-CN" sz="2400" b="0" i="1" dirty="0">
                <a:solidFill>
                  <a:schemeClr val="bg1"/>
                </a:solidFill>
                <a:ea typeface="微软雅黑" panose="020B0503020204020204" pitchFamily="34" charset="-122"/>
                <a:cs typeface="Times New Roman" panose="02020603050405020304" pitchFamily="18" charset="0"/>
              </a:rPr>
              <a:t>A</a:t>
            </a:r>
            <a:r>
              <a:rPr lang="zh-CN" altLang="en-US" sz="2400" b="0" dirty="0">
                <a:solidFill>
                  <a:schemeClr val="bg1"/>
                </a:solidFill>
                <a:ea typeface="微软雅黑" panose="020B0503020204020204" pitchFamily="34" charset="-122"/>
                <a:cs typeface="Times New Roman" panose="02020603050405020304" pitchFamily="18" charset="0"/>
              </a:rPr>
              <a:t>仅含</a:t>
            </a:r>
            <a:r>
              <a:rPr lang="zh-CN" altLang="en-US" sz="2400" b="0" dirty="0">
                <a:solidFill>
                  <a:schemeClr val="bg1"/>
                </a:solidFill>
                <a:ea typeface="微软雅黑" panose="020B0503020204020204" pitchFamily="34" charset="-122"/>
                <a:cs typeface="Times New Roman" panose="02020603050405020304" pitchFamily="18" charset="0"/>
                <a:sym typeface="Symbol" panose="05050102010706020507" pitchFamily="18" charset="2"/>
              </a:rPr>
              <a:t></a:t>
            </a:r>
            <a:r>
              <a:rPr lang="en-US" altLang="zh-CN" sz="2400" b="0" dirty="0">
                <a:solidFill>
                  <a:schemeClr val="bg1"/>
                </a:solidFill>
                <a:ea typeface="微软雅黑" panose="020B0503020204020204" pitchFamily="34" charset="-122"/>
                <a:cs typeface="Times New Roman" panose="02020603050405020304" pitchFamily="18" charset="0"/>
              </a:rPr>
              <a:t>,</a:t>
            </a:r>
            <a:r>
              <a:rPr lang="zh-CN" altLang="en-US" sz="2400" b="0" dirty="0">
                <a:solidFill>
                  <a:schemeClr val="bg1"/>
                </a:solidFill>
                <a:ea typeface="微软雅黑" panose="020B0503020204020204" pitchFamily="34" charset="-122"/>
                <a:cs typeface="Times New Roman" panose="02020603050405020304" pitchFamily="18" charset="0"/>
                <a:sym typeface="Symbol" panose="05050102010706020507" pitchFamily="18" charset="2"/>
              </a:rPr>
              <a:t></a:t>
            </a:r>
            <a:r>
              <a:rPr lang="zh-CN" altLang="en-US" sz="2400" b="0" dirty="0">
                <a:solidFill>
                  <a:schemeClr val="bg1"/>
                </a:solidFill>
                <a:ea typeface="微软雅黑" panose="020B0503020204020204" pitchFamily="34" charset="-122"/>
                <a:cs typeface="Times New Roman" panose="02020603050405020304" pitchFamily="18" charset="0"/>
              </a:rPr>
              <a:t>和</a:t>
            </a:r>
            <a:r>
              <a:rPr lang="zh-CN" altLang="en-US" sz="2400" b="0" dirty="0">
                <a:solidFill>
                  <a:schemeClr val="bg1"/>
                </a:solidFill>
                <a:ea typeface="微软雅黑" panose="020B0503020204020204" pitchFamily="34" charset="-122"/>
                <a:cs typeface="Times New Roman" panose="02020603050405020304" pitchFamily="18" charset="0"/>
                <a:sym typeface="Symbol" panose="05050102010706020507" pitchFamily="18" charset="2"/>
              </a:rPr>
              <a:t></a:t>
            </a:r>
          </a:p>
          <a:p>
            <a:pPr marL="342900" indent="-342900" eaLnBrk="1" hangingPunct="1">
              <a:lnSpc>
                <a:spcPct val="150000"/>
              </a:lnSpc>
              <a:buFont typeface="Arial" panose="020B0604020202020204" pitchFamily="34" charset="0"/>
              <a:buChar char="•"/>
              <a:defRPr/>
            </a:pPr>
            <a:r>
              <a:rPr lang="zh-CN" altLang="en-US" sz="2400" b="0" dirty="0">
                <a:solidFill>
                  <a:schemeClr val="bg1"/>
                </a:solidFill>
                <a:ea typeface="微软雅黑" panose="020B0503020204020204" pitchFamily="34" charset="-122"/>
                <a:cs typeface="Times New Roman" panose="02020603050405020304" pitchFamily="18" charset="0"/>
              </a:rPr>
              <a:t>将</a:t>
            </a:r>
            <a:r>
              <a:rPr lang="zh-CN" altLang="en-US" sz="2400" b="0" dirty="0">
                <a:solidFill>
                  <a:schemeClr val="bg1"/>
                </a:solidFill>
                <a:ea typeface="微软雅黑" panose="020B0503020204020204" pitchFamily="34" charset="-122"/>
                <a:cs typeface="Times New Roman" panose="02020603050405020304" pitchFamily="18" charset="0"/>
                <a:sym typeface="Symbol" panose="05050102010706020507" pitchFamily="18" charset="2"/>
              </a:rPr>
              <a:t></a:t>
            </a:r>
            <a:r>
              <a:rPr lang="en-US" altLang="zh-CN" sz="2400" b="0" dirty="0">
                <a:solidFill>
                  <a:schemeClr val="bg1"/>
                </a:solidFill>
                <a:ea typeface="微软雅黑" panose="020B0503020204020204" pitchFamily="34" charset="-122"/>
                <a:cs typeface="Times New Roman" panose="02020603050405020304" pitchFamily="18" charset="0"/>
              </a:rPr>
              <a:t>,</a:t>
            </a:r>
            <a:r>
              <a:rPr lang="zh-CN" altLang="en-US" sz="2400" b="0" dirty="0">
                <a:solidFill>
                  <a:schemeClr val="bg1"/>
                </a:solidFill>
                <a:ea typeface="微软雅黑" panose="020B0503020204020204" pitchFamily="34" charset="-122"/>
                <a:cs typeface="Times New Roman" panose="02020603050405020304" pitchFamily="18" charset="0"/>
                <a:sym typeface="Symbol" panose="05050102010706020507" pitchFamily="18" charset="2"/>
              </a:rPr>
              <a:t></a:t>
            </a:r>
            <a:r>
              <a:rPr lang="en-US" altLang="zh-CN" sz="2400" b="0" dirty="0">
                <a:solidFill>
                  <a:schemeClr val="bg1"/>
                </a:solidFill>
                <a:ea typeface="微软雅黑" panose="020B0503020204020204" pitchFamily="34" charset="-122"/>
                <a:cs typeface="Times New Roman" panose="02020603050405020304" pitchFamily="18" charset="0"/>
              </a:rPr>
              <a:t>,0,1</a:t>
            </a:r>
            <a:r>
              <a:rPr lang="zh-CN" altLang="en-US" sz="2400" b="0" dirty="0">
                <a:solidFill>
                  <a:schemeClr val="bg1"/>
                </a:solidFill>
                <a:ea typeface="微软雅黑" panose="020B0503020204020204" pitchFamily="34" charset="-122"/>
                <a:cs typeface="Times New Roman" panose="02020603050405020304" pitchFamily="18" charset="0"/>
              </a:rPr>
              <a:t>分别替换成</a:t>
            </a:r>
            <a:r>
              <a:rPr lang="zh-CN" altLang="en-US" sz="2400" b="0" dirty="0">
                <a:solidFill>
                  <a:schemeClr val="bg1"/>
                </a:solidFill>
                <a:ea typeface="微软雅黑" panose="020B0503020204020204" pitchFamily="34" charset="-122"/>
                <a:cs typeface="Times New Roman" panose="02020603050405020304" pitchFamily="18" charset="0"/>
                <a:sym typeface="Symbol" panose="05050102010706020507" pitchFamily="18" charset="2"/>
              </a:rPr>
              <a:t></a:t>
            </a:r>
            <a:r>
              <a:rPr lang="en-US" altLang="zh-CN" sz="2400" b="0" dirty="0">
                <a:solidFill>
                  <a:schemeClr val="bg1"/>
                </a:solidFill>
                <a:ea typeface="微软雅黑" panose="020B0503020204020204" pitchFamily="34" charset="-122"/>
                <a:cs typeface="Times New Roman" panose="02020603050405020304" pitchFamily="18" charset="0"/>
              </a:rPr>
              <a:t>,</a:t>
            </a:r>
            <a:r>
              <a:rPr lang="zh-CN" altLang="en-US" sz="2400" b="0" dirty="0">
                <a:solidFill>
                  <a:schemeClr val="bg1"/>
                </a:solidFill>
                <a:ea typeface="微软雅黑" panose="020B0503020204020204" pitchFamily="34" charset="-122"/>
                <a:cs typeface="Times New Roman" panose="02020603050405020304" pitchFamily="18" charset="0"/>
                <a:sym typeface="Symbol" panose="05050102010706020507" pitchFamily="18" charset="2"/>
              </a:rPr>
              <a:t></a:t>
            </a:r>
            <a:r>
              <a:rPr lang="en-US" altLang="zh-CN" sz="2400" b="0" dirty="0">
                <a:solidFill>
                  <a:schemeClr val="bg1"/>
                </a:solidFill>
                <a:ea typeface="微软雅黑" panose="020B0503020204020204" pitchFamily="34" charset="-122"/>
                <a:cs typeface="Times New Roman" panose="02020603050405020304" pitchFamily="18" charset="0"/>
              </a:rPr>
              <a:t>,1,0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18436">
                                            <p:txEl>
                                              <p:pRg st="0" end="0"/>
                                            </p:txEl>
                                          </p:spTgt>
                                        </p:tgtEl>
                                        <p:attrNameLst>
                                          <p:attrName>style.visibility</p:attrName>
                                        </p:attrNameLst>
                                      </p:cBhvr>
                                      <p:to>
                                        <p:strVal val="visible"/>
                                      </p:to>
                                    </p:set>
                                    <p:animEffect transition="in" filter="fade">
                                      <p:cBhvr>
                                        <p:cTn id="11" dur="1000"/>
                                        <p:tgtEl>
                                          <p:spTgt spid="18436">
                                            <p:txEl>
                                              <p:pRg st="0" end="0"/>
                                            </p:txEl>
                                          </p:spTgt>
                                        </p:tgtEl>
                                      </p:cBhvr>
                                    </p:animEffect>
                                    <p:anim calcmode="lin" valueType="num">
                                      <p:cBhvr>
                                        <p:cTn id="12" dur="1000" fill="hold"/>
                                        <p:tgtEl>
                                          <p:spTgt spid="18436">
                                            <p:txEl>
                                              <p:pRg st="0" end="0"/>
                                            </p:txEl>
                                          </p:spTgt>
                                        </p:tgtEl>
                                        <p:attrNameLst>
                                          <p:attrName>ppt_x</p:attrName>
                                        </p:attrNameLst>
                                      </p:cBhvr>
                                      <p:tavLst>
                                        <p:tav tm="0">
                                          <p:val>
                                            <p:strVal val="#ppt_x"/>
                                          </p:val>
                                        </p:tav>
                                        <p:tav tm="100000">
                                          <p:val>
                                            <p:strVal val="#ppt_x"/>
                                          </p:val>
                                        </p:tav>
                                      </p:tavLst>
                                    </p:anim>
                                    <p:anim calcmode="lin" valueType="num">
                                      <p:cBhvr>
                                        <p:cTn id="13" dur="1000" fill="hold"/>
                                        <p:tgtEl>
                                          <p:spTgt spid="18436">
                                            <p:txEl>
                                              <p:pRg st="0" end="0"/>
                                            </p:txEl>
                                          </p:spTgt>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42" presetClass="entr" presetSubtype="0" fill="hold" nodeType="afterEffect">
                                  <p:stCondLst>
                                    <p:cond delay="0"/>
                                  </p:stCondLst>
                                  <p:childTnLst>
                                    <p:set>
                                      <p:cBhvr>
                                        <p:cTn id="16" dur="1" fill="hold">
                                          <p:stCondLst>
                                            <p:cond delay="0"/>
                                          </p:stCondLst>
                                        </p:cTn>
                                        <p:tgtEl>
                                          <p:spTgt spid="18436">
                                            <p:txEl>
                                              <p:pRg st="1" end="1"/>
                                            </p:txEl>
                                          </p:spTgt>
                                        </p:tgtEl>
                                        <p:attrNameLst>
                                          <p:attrName>style.visibility</p:attrName>
                                        </p:attrNameLst>
                                      </p:cBhvr>
                                      <p:to>
                                        <p:strVal val="visible"/>
                                      </p:to>
                                    </p:set>
                                    <p:animEffect transition="in" filter="fade">
                                      <p:cBhvr>
                                        <p:cTn id="17" dur="1000"/>
                                        <p:tgtEl>
                                          <p:spTgt spid="18436">
                                            <p:txEl>
                                              <p:pRg st="1" end="1"/>
                                            </p:txEl>
                                          </p:spTgt>
                                        </p:tgtEl>
                                      </p:cBhvr>
                                    </p:animEffect>
                                    <p:anim calcmode="lin" valueType="num">
                                      <p:cBhvr>
                                        <p:cTn id="18" dur="1000" fill="hold"/>
                                        <p:tgtEl>
                                          <p:spTgt spid="18436">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18436">
                                            <p:txEl>
                                              <p:pRg st="1" end="1"/>
                                            </p:txEl>
                                          </p:spTgt>
                                        </p:tgtEl>
                                        <p:attrNameLst>
                                          <p:attrName>ppt_y</p:attrName>
                                        </p:attrNameLst>
                                      </p:cBhvr>
                                      <p:tavLst>
                                        <p:tav tm="0">
                                          <p:val>
                                            <p:strVal val="#ppt_y+.1"/>
                                          </p:val>
                                        </p:tav>
                                        <p:tav tm="100000">
                                          <p:val>
                                            <p:strVal val="#ppt_y"/>
                                          </p:val>
                                        </p:tav>
                                      </p:tavLst>
                                    </p:anim>
                                  </p:childTnLst>
                                </p:cTn>
                              </p:par>
                            </p:childTnLst>
                          </p:cTn>
                        </p:par>
                        <p:par>
                          <p:cTn id="20" fill="hold">
                            <p:stCondLst>
                              <p:cond delay="2500"/>
                            </p:stCondLst>
                            <p:childTnLst>
                              <p:par>
                                <p:cTn id="21" presetID="42" presetClass="entr" presetSubtype="0" fill="hold" nodeType="afterEffect">
                                  <p:stCondLst>
                                    <p:cond delay="0"/>
                                  </p:stCondLst>
                                  <p:childTnLst>
                                    <p:set>
                                      <p:cBhvr>
                                        <p:cTn id="22" dur="1" fill="hold">
                                          <p:stCondLst>
                                            <p:cond delay="0"/>
                                          </p:stCondLst>
                                        </p:cTn>
                                        <p:tgtEl>
                                          <p:spTgt spid="18436">
                                            <p:txEl>
                                              <p:pRg st="2" end="2"/>
                                            </p:txEl>
                                          </p:spTgt>
                                        </p:tgtEl>
                                        <p:attrNameLst>
                                          <p:attrName>style.visibility</p:attrName>
                                        </p:attrNameLst>
                                      </p:cBhvr>
                                      <p:to>
                                        <p:strVal val="visible"/>
                                      </p:to>
                                    </p:set>
                                    <p:animEffect transition="in" filter="fade">
                                      <p:cBhvr>
                                        <p:cTn id="23" dur="1000"/>
                                        <p:tgtEl>
                                          <p:spTgt spid="18436">
                                            <p:txEl>
                                              <p:pRg st="2" end="2"/>
                                            </p:txEl>
                                          </p:spTgt>
                                        </p:tgtEl>
                                      </p:cBhvr>
                                    </p:animEffect>
                                    <p:anim calcmode="lin" valueType="num">
                                      <p:cBhvr>
                                        <p:cTn id="24" dur="1000" fill="hold"/>
                                        <p:tgtEl>
                                          <p:spTgt spid="18436">
                                            <p:txEl>
                                              <p:pRg st="2" end="2"/>
                                            </p:txEl>
                                          </p:spTgt>
                                        </p:tgtEl>
                                        <p:attrNameLst>
                                          <p:attrName>ppt_x</p:attrName>
                                        </p:attrNameLst>
                                      </p:cBhvr>
                                      <p:tavLst>
                                        <p:tav tm="0">
                                          <p:val>
                                            <p:strVal val="#ppt_x"/>
                                          </p:val>
                                        </p:tav>
                                        <p:tav tm="100000">
                                          <p:val>
                                            <p:strVal val="#ppt_x"/>
                                          </p:val>
                                        </p:tav>
                                      </p:tavLst>
                                    </p:anim>
                                    <p:anim calcmode="lin" valueType="num">
                                      <p:cBhvr>
                                        <p:cTn id="25" dur="1000" fill="hold"/>
                                        <p:tgtEl>
                                          <p:spTgt spid="1843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left)">
                                      <p:cBhvr>
                                        <p:cTn id="30" dur="500"/>
                                        <p:tgtEl>
                                          <p:spTgt spid="7"/>
                                        </p:tgtEl>
                                      </p:cBhvr>
                                    </p:animEffect>
                                  </p:childTnLst>
                                </p:cTn>
                              </p:par>
                            </p:childTnLst>
                          </p:cTn>
                        </p:par>
                        <p:par>
                          <p:cTn id="31" fill="hold">
                            <p:stCondLst>
                              <p:cond delay="500"/>
                            </p:stCondLst>
                            <p:childTnLst>
                              <p:par>
                                <p:cTn id="32" presetID="42" presetClass="entr" presetSubtype="0" fill="hold" nodeType="afterEffect">
                                  <p:stCondLst>
                                    <p:cond delay="0"/>
                                  </p:stCondLst>
                                  <p:childTnLst>
                                    <p:set>
                                      <p:cBhvr>
                                        <p:cTn id="33" dur="1" fill="hold">
                                          <p:stCondLst>
                                            <p:cond delay="0"/>
                                          </p:stCondLst>
                                        </p:cTn>
                                        <p:tgtEl>
                                          <p:spTgt spid="9">
                                            <p:txEl>
                                              <p:pRg st="0" end="0"/>
                                            </p:txEl>
                                          </p:spTgt>
                                        </p:tgtEl>
                                        <p:attrNameLst>
                                          <p:attrName>style.visibility</p:attrName>
                                        </p:attrNameLst>
                                      </p:cBhvr>
                                      <p:to>
                                        <p:strVal val="visible"/>
                                      </p:to>
                                    </p:set>
                                    <p:animEffect transition="in" filter="fade">
                                      <p:cBhvr>
                                        <p:cTn id="34" dur="1000"/>
                                        <p:tgtEl>
                                          <p:spTgt spid="9">
                                            <p:txEl>
                                              <p:pRg st="0" end="0"/>
                                            </p:txEl>
                                          </p:spTgt>
                                        </p:tgtEl>
                                      </p:cBhvr>
                                    </p:animEffect>
                                    <p:anim calcmode="lin" valueType="num">
                                      <p:cBhvr>
                                        <p:cTn id="35"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36"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par>
                          <p:cTn id="37" fill="hold">
                            <p:stCondLst>
                              <p:cond delay="1500"/>
                            </p:stCondLst>
                            <p:childTnLst>
                              <p:par>
                                <p:cTn id="38" presetID="42" presetClass="entr" presetSubtype="0" fill="hold" nodeType="afterEffect">
                                  <p:stCondLst>
                                    <p:cond delay="0"/>
                                  </p:stCondLst>
                                  <p:childTnLst>
                                    <p:set>
                                      <p:cBhvr>
                                        <p:cTn id="39" dur="1" fill="hold">
                                          <p:stCondLst>
                                            <p:cond delay="0"/>
                                          </p:stCondLst>
                                        </p:cTn>
                                        <p:tgtEl>
                                          <p:spTgt spid="9">
                                            <p:txEl>
                                              <p:pRg st="1" end="1"/>
                                            </p:txEl>
                                          </p:spTgt>
                                        </p:tgtEl>
                                        <p:attrNameLst>
                                          <p:attrName>style.visibility</p:attrName>
                                        </p:attrNameLst>
                                      </p:cBhvr>
                                      <p:to>
                                        <p:strVal val="visible"/>
                                      </p:to>
                                    </p:set>
                                    <p:animEffect transition="in" filter="fade">
                                      <p:cBhvr>
                                        <p:cTn id="40" dur="1000"/>
                                        <p:tgtEl>
                                          <p:spTgt spid="9">
                                            <p:txEl>
                                              <p:pRg st="1" end="1"/>
                                            </p:txEl>
                                          </p:spTgt>
                                        </p:tgtEl>
                                      </p:cBhvr>
                                    </p:animEffect>
                                    <p:anim calcmode="lin" valueType="num">
                                      <p:cBhvr>
                                        <p:cTn id="41"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42" dur="1000" fill="hold"/>
                                        <p:tgtEl>
                                          <p:spTgt spid="9">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3"/>
          <p:cNvSpPr>
            <a:spLocks noChangeArrowheads="1"/>
          </p:cNvSpPr>
          <p:nvPr/>
        </p:nvSpPr>
        <p:spPr bwMode="auto">
          <a:xfrm>
            <a:off x="5287964" y="404813"/>
            <a:ext cx="489108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3.2.3</a:t>
            </a:r>
            <a:r>
              <a:rPr lang="zh-CN" altLang="en-US"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对偶原则</a:t>
            </a:r>
          </a:p>
        </p:txBody>
      </p:sp>
      <p:sp>
        <p:nvSpPr>
          <p:cNvPr id="18435" name="Text Box 2"/>
          <p:cNvSpPr txBox="1">
            <a:spLocks noChangeArrowheads="1"/>
          </p:cNvSpPr>
          <p:nvPr/>
        </p:nvSpPr>
        <p:spPr bwMode="auto">
          <a:xfrm>
            <a:off x="2057400" y="1319213"/>
            <a:ext cx="861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18436" name="Text Box 4"/>
          <p:cNvSpPr txBox="1">
            <a:spLocks noChangeArrowheads="1"/>
          </p:cNvSpPr>
          <p:nvPr/>
        </p:nvSpPr>
        <p:spPr bwMode="auto">
          <a:xfrm>
            <a:off x="983432" y="2564648"/>
            <a:ext cx="878497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marL="0" indent="0" eaLnBrk="1" hangingPunct="1">
              <a:buNone/>
              <a:defRPr/>
            </a:pP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对于任意命题公式</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当且仅当</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8437" name="Text Box 58"/>
          <p:cNvSpPr txBox="1">
            <a:spLocks noChangeArrowheads="1"/>
          </p:cNvSpPr>
          <p:nvPr/>
        </p:nvSpPr>
        <p:spPr bwMode="auto">
          <a:xfrm>
            <a:off x="476784" y="3454610"/>
            <a:ext cx="10515760" cy="662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eaLnBrk="1" hangingPunct="1">
              <a:lnSpc>
                <a:spcPct val="150000"/>
              </a:lnSpc>
              <a:spcBef>
                <a:spcPct val="0"/>
              </a:spcBef>
              <a:buFontTx/>
              <a:buNone/>
            </a:pPr>
            <a:r>
              <a:rPr lang="zh-CN" altLang="en-US" sz="28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思考：</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如何证明对偶定理？</a:t>
            </a:r>
            <a:endPar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Rectangle 3"/>
          <p:cNvSpPr>
            <a:spLocks noChangeArrowheads="1"/>
          </p:cNvSpPr>
          <p:nvPr/>
        </p:nvSpPr>
        <p:spPr bwMode="auto">
          <a:xfrm>
            <a:off x="349162" y="1681644"/>
            <a:ext cx="517077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marL="457200" indent="-457200" eaLnBrk="1" hangingPunct="1">
              <a:spcBef>
                <a:spcPct val="50000"/>
              </a:spcBef>
              <a:buClr>
                <a:srgbClr val="FFC000"/>
              </a:buClr>
              <a:buSzPct val="80000"/>
              <a:buFont typeface="Wingdings" panose="05000000000000000000" pitchFamily="2" charset="2"/>
              <a:buChar char="n"/>
            </a:pPr>
            <a:r>
              <a:rPr lang="zh-CN" altLang="en-US" sz="28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定义</a:t>
            </a:r>
            <a:r>
              <a:rPr lang="en-US" altLang="zh-CN" sz="28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3.2.2 ——</a:t>
            </a:r>
            <a:r>
              <a:rPr lang="zh-CN" altLang="en-US" sz="28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对偶定理</a:t>
            </a:r>
            <a:endParaRPr lang="zh-CN" altLang="en-US" sz="28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矩形 2">
            <a:extLst>
              <a:ext uri="{FF2B5EF4-FFF2-40B4-BE49-F238E27FC236}">
                <a16:creationId xmlns:a16="http://schemas.microsoft.com/office/drawing/2014/main" id="{2A9BEAF4-FC9B-41FF-A987-5336D8C7BBED}"/>
              </a:ext>
            </a:extLst>
          </p:cNvPr>
          <p:cNvSpPr/>
          <p:nvPr/>
        </p:nvSpPr>
        <p:spPr>
          <a:xfrm>
            <a:off x="492901" y="4365104"/>
            <a:ext cx="8643552" cy="498470"/>
          </a:xfrm>
          <a:prstGeom prst="rect">
            <a:avLst/>
          </a:prstGeom>
        </p:spPr>
        <p:txBody>
          <a:bodyPr wrap="square">
            <a:spAutoFit/>
          </a:bodyPr>
          <a:lstStyle/>
          <a:p>
            <a:pPr algn="just">
              <a:lnSpc>
                <a:spcPct val="150000"/>
              </a:lnSpc>
            </a:pPr>
            <a:r>
              <a:rPr lang="zh-CN" altLang="en-US" sz="2000" b="0" dirty="0">
                <a:solidFill>
                  <a:srgbClr val="FFFF00"/>
                </a:solidFill>
                <a:ea typeface="微软雅黑" panose="020B0503020204020204" pitchFamily="34" charset="-122"/>
                <a:cs typeface="Times New Roman" panose="02020603050405020304" pitchFamily="18" charset="0"/>
              </a:rPr>
              <a:t>提示：将</a:t>
            </a:r>
            <a:r>
              <a:rPr lang="en-US" altLang="zh-CN" sz="2000" b="0" dirty="0">
                <a:solidFill>
                  <a:srgbClr val="FFFF00"/>
                </a:solidFill>
                <a:ea typeface="微软雅黑" panose="020B0503020204020204" pitchFamily="34" charset="-122"/>
                <a:cs typeface="Times New Roman" panose="02020603050405020304" pitchFamily="18" charset="0"/>
              </a:rPr>
              <a:t>A</a:t>
            </a:r>
            <a:r>
              <a:rPr lang="zh-CN" altLang="en-US" sz="2000" b="0" dirty="0">
                <a:solidFill>
                  <a:srgbClr val="FFFF00"/>
                </a:solidFill>
                <a:ea typeface="微软雅黑" panose="020B0503020204020204" pitchFamily="34" charset="-122"/>
                <a:cs typeface="Times New Roman" panose="02020603050405020304" pitchFamily="18" charset="0"/>
              </a:rPr>
              <a:t>和</a:t>
            </a:r>
            <a:r>
              <a:rPr lang="en-US" altLang="zh-CN" sz="2000" b="0" dirty="0">
                <a:solidFill>
                  <a:srgbClr val="FFFF00"/>
                </a:solidFill>
                <a:ea typeface="微软雅黑" panose="020B0503020204020204" pitchFamily="34" charset="-122"/>
                <a:cs typeface="Times New Roman" panose="02020603050405020304" pitchFamily="18" charset="0"/>
              </a:rPr>
              <a:t>B</a:t>
            </a:r>
            <a:r>
              <a:rPr lang="zh-CN" altLang="en-US" sz="2000" b="0" dirty="0">
                <a:solidFill>
                  <a:srgbClr val="FFFF00"/>
                </a:solidFill>
                <a:ea typeface="微软雅黑" panose="020B0503020204020204" pitchFamily="34" charset="-122"/>
                <a:cs typeface="Times New Roman" panose="02020603050405020304" pitchFamily="18" charset="0"/>
              </a:rPr>
              <a:t>写成</a:t>
            </a:r>
            <a:r>
              <a:rPr lang="en-US" altLang="zh-CN" sz="2000" b="0" dirty="0">
                <a:solidFill>
                  <a:srgbClr val="FFFF00"/>
                </a:solidFill>
                <a:ea typeface="微软雅黑" panose="020B0503020204020204" pitchFamily="34" charset="-122"/>
                <a:cs typeface="Times New Roman" panose="02020603050405020304" pitchFamily="18" charset="0"/>
              </a:rPr>
              <a:t>n</a:t>
            </a:r>
            <a:r>
              <a:rPr lang="zh-CN" altLang="en-US" sz="2000" b="0" dirty="0">
                <a:solidFill>
                  <a:srgbClr val="FFFF00"/>
                </a:solidFill>
                <a:ea typeface="微软雅黑" panose="020B0503020204020204" pitchFamily="34" charset="-122"/>
                <a:cs typeface="Times New Roman" panose="02020603050405020304" pitchFamily="18" charset="0"/>
              </a:rPr>
              <a:t>元函数形式，</a:t>
            </a:r>
            <a:r>
              <a:rPr lang="en-US" altLang="zh-CN" sz="2000" b="0" dirty="0">
                <a:solidFill>
                  <a:srgbClr val="FFFF00"/>
                </a:solidFill>
                <a:ea typeface="微软雅黑" panose="020B0503020204020204" pitchFamily="34" charset="-122"/>
                <a:cs typeface="Times New Roman" panose="02020603050405020304" pitchFamily="18" charset="0"/>
              </a:rPr>
              <a:t>A(p1,p2,…,</a:t>
            </a:r>
            <a:r>
              <a:rPr lang="en-US" altLang="zh-CN" sz="2000" b="0" dirty="0" err="1">
                <a:solidFill>
                  <a:srgbClr val="FFFF00"/>
                </a:solidFill>
                <a:ea typeface="微软雅黑" panose="020B0503020204020204" pitchFamily="34" charset="-122"/>
                <a:cs typeface="Times New Roman" panose="02020603050405020304" pitchFamily="18" charset="0"/>
              </a:rPr>
              <a:t>pn</a:t>
            </a:r>
            <a:r>
              <a:rPr lang="en-US" altLang="zh-CN" sz="2000" b="0" dirty="0">
                <a:solidFill>
                  <a:srgbClr val="FFFF00"/>
                </a:solidFill>
                <a:ea typeface="微软雅黑" panose="020B0503020204020204" pitchFamily="34" charset="-122"/>
                <a:cs typeface="Times New Roman" panose="02020603050405020304" pitchFamily="18" charset="0"/>
              </a:rPr>
              <a:t>)=</a:t>
            </a:r>
            <a:r>
              <a:rPr lang="zh-CN" altLang="en-US" sz="2000" b="0" dirty="0">
                <a:solidFill>
                  <a:srgbClr val="FFFF00"/>
                </a:solidFill>
                <a:ea typeface="微软雅黑" panose="020B0503020204020204" pitchFamily="34" charset="-122"/>
                <a:cs typeface="Times New Roman" panose="02020603050405020304" pitchFamily="18" charset="0"/>
                <a:sym typeface="Symbol" panose="05050102010706020507" pitchFamily="18" charset="2"/>
              </a:rPr>
              <a:t> </a:t>
            </a:r>
            <a:r>
              <a:rPr lang="en-US" altLang="zh-CN" sz="2000" b="0" dirty="0">
                <a:solidFill>
                  <a:srgbClr val="FFFF00"/>
                </a:solidFill>
                <a:ea typeface="微软雅黑" panose="020B0503020204020204" pitchFamily="34" charset="-122"/>
                <a:cs typeface="Times New Roman" panose="02020603050405020304" pitchFamily="18" charset="0"/>
              </a:rPr>
              <a:t>A*(</a:t>
            </a:r>
            <a:r>
              <a:rPr lang="zh-CN" altLang="en-US" sz="2000" b="0" dirty="0">
                <a:solidFill>
                  <a:srgbClr val="FFFF00"/>
                </a:solidFill>
                <a:ea typeface="微软雅黑" panose="020B0503020204020204" pitchFamily="34" charset="-122"/>
                <a:cs typeface="Times New Roman" panose="02020603050405020304" pitchFamily="18" charset="0"/>
                <a:sym typeface="Symbol" panose="05050102010706020507" pitchFamily="18" charset="2"/>
              </a:rPr>
              <a:t></a:t>
            </a:r>
            <a:r>
              <a:rPr lang="en-US" altLang="zh-CN" sz="2000" b="0" dirty="0">
                <a:solidFill>
                  <a:srgbClr val="FFFF00"/>
                </a:solidFill>
                <a:ea typeface="微软雅黑" panose="020B0503020204020204" pitchFamily="34" charset="-122"/>
                <a:cs typeface="Times New Roman" panose="02020603050405020304" pitchFamily="18" charset="0"/>
                <a:sym typeface="Symbol" panose="05050102010706020507" pitchFamily="18" charset="2"/>
              </a:rPr>
              <a:t>p1,</a:t>
            </a:r>
            <a:r>
              <a:rPr lang="zh-CN" altLang="en-US" sz="2000" b="0" dirty="0">
                <a:solidFill>
                  <a:srgbClr val="FFFF00"/>
                </a:solidFill>
                <a:ea typeface="微软雅黑" panose="020B0503020204020204" pitchFamily="34" charset="-122"/>
                <a:cs typeface="Times New Roman" panose="02020603050405020304" pitchFamily="18" charset="0"/>
                <a:sym typeface="Symbol" panose="05050102010706020507" pitchFamily="18" charset="2"/>
              </a:rPr>
              <a:t> </a:t>
            </a:r>
            <a:r>
              <a:rPr lang="en-US" altLang="zh-CN" sz="2000" b="0" dirty="0">
                <a:solidFill>
                  <a:srgbClr val="FFFF00"/>
                </a:solidFill>
                <a:ea typeface="微软雅黑" panose="020B0503020204020204" pitchFamily="34" charset="-122"/>
                <a:cs typeface="Times New Roman" panose="02020603050405020304" pitchFamily="18" charset="0"/>
                <a:sym typeface="Symbol" panose="05050102010706020507" pitchFamily="18" charset="2"/>
              </a:rPr>
              <a:t>p2,…,</a:t>
            </a:r>
            <a:r>
              <a:rPr lang="zh-CN" altLang="en-US" sz="2000" b="0" dirty="0">
                <a:solidFill>
                  <a:srgbClr val="FFFF00"/>
                </a:solidFill>
                <a:ea typeface="微软雅黑" panose="020B0503020204020204" pitchFamily="34" charset="-122"/>
                <a:cs typeface="Times New Roman" panose="02020603050405020304" pitchFamily="18" charset="0"/>
                <a:sym typeface="Symbol" panose="05050102010706020507" pitchFamily="18" charset="2"/>
              </a:rPr>
              <a:t> </a:t>
            </a:r>
            <a:r>
              <a:rPr lang="en-US" altLang="zh-CN" sz="2000" b="0" dirty="0" err="1">
                <a:solidFill>
                  <a:srgbClr val="FFFF00"/>
                </a:solidFill>
                <a:ea typeface="微软雅黑" panose="020B0503020204020204" pitchFamily="34" charset="-122"/>
                <a:cs typeface="Times New Roman" panose="02020603050405020304" pitchFamily="18" charset="0"/>
                <a:sym typeface="Symbol" panose="05050102010706020507" pitchFamily="18" charset="2"/>
              </a:rPr>
              <a:t>pn</a:t>
            </a:r>
            <a:r>
              <a:rPr lang="en-US" altLang="zh-CN" sz="2000" b="0" dirty="0">
                <a:solidFill>
                  <a:srgbClr val="FFFF00"/>
                </a:solidFill>
                <a:ea typeface="微软雅黑" panose="020B0503020204020204" pitchFamily="34" charset="-122"/>
                <a:cs typeface="Times New Roman" panose="02020603050405020304" pitchFamily="18" charset="0"/>
                <a:sym typeface="Symbol" panose="05050102010706020507" pitchFamily="18" charset="2"/>
              </a:rPr>
              <a:t>)</a:t>
            </a:r>
            <a:endParaRPr lang="en-US" altLang="zh-CN" sz="2000" b="0" dirty="0">
              <a:solidFill>
                <a:srgbClr val="FFFF00"/>
              </a:solidFill>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8436"/>
                                        </p:tgtEl>
                                        <p:attrNameLst>
                                          <p:attrName>style.visibility</p:attrName>
                                        </p:attrNameLst>
                                      </p:cBhvr>
                                      <p:to>
                                        <p:strVal val="visible"/>
                                      </p:to>
                                    </p:set>
                                    <p:animEffect transition="in" filter="fade">
                                      <p:cBhvr>
                                        <p:cTn id="12" dur="1000"/>
                                        <p:tgtEl>
                                          <p:spTgt spid="18436"/>
                                        </p:tgtEl>
                                      </p:cBhvr>
                                    </p:animEffect>
                                    <p:anim calcmode="lin" valueType="num">
                                      <p:cBhvr>
                                        <p:cTn id="13" dur="1000" fill="hold"/>
                                        <p:tgtEl>
                                          <p:spTgt spid="18436"/>
                                        </p:tgtEl>
                                        <p:attrNameLst>
                                          <p:attrName>ppt_x</p:attrName>
                                        </p:attrNameLst>
                                      </p:cBhvr>
                                      <p:tavLst>
                                        <p:tav tm="0">
                                          <p:val>
                                            <p:strVal val="#ppt_x"/>
                                          </p:val>
                                        </p:tav>
                                        <p:tav tm="100000">
                                          <p:val>
                                            <p:strVal val="#ppt_x"/>
                                          </p:val>
                                        </p:tav>
                                      </p:tavLst>
                                    </p:anim>
                                    <p:anim calcmode="lin" valueType="num">
                                      <p:cBhvr>
                                        <p:cTn id="14" dur="1000" fill="hold"/>
                                        <p:tgtEl>
                                          <p:spTgt spid="1843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1" presetClass="entr" presetSubtype="0" fill="hold" grpId="0" nodeType="clickEffect">
                                  <p:stCondLst>
                                    <p:cond delay="0"/>
                                  </p:stCondLst>
                                  <p:childTnLst>
                                    <p:set>
                                      <p:cBhvr>
                                        <p:cTn id="18" dur="1" fill="hold">
                                          <p:stCondLst>
                                            <p:cond delay="0"/>
                                          </p:stCondLst>
                                        </p:cTn>
                                        <p:tgtEl>
                                          <p:spTgt spid="18437"/>
                                        </p:tgtEl>
                                        <p:attrNameLst>
                                          <p:attrName>style.visibility</p:attrName>
                                        </p:attrNameLst>
                                      </p:cBhvr>
                                      <p:to>
                                        <p:strVal val="visible"/>
                                      </p:to>
                                    </p:set>
                                    <p:anim calcmode="lin" valueType="num">
                                      <p:cBhvr>
                                        <p:cTn id="19" dur="1000" fill="hold"/>
                                        <p:tgtEl>
                                          <p:spTgt spid="18437"/>
                                        </p:tgtEl>
                                        <p:attrNameLst>
                                          <p:attrName>ppt_w</p:attrName>
                                        </p:attrNameLst>
                                      </p:cBhvr>
                                      <p:tavLst>
                                        <p:tav tm="0">
                                          <p:val>
                                            <p:fltVal val="0"/>
                                          </p:val>
                                        </p:tav>
                                        <p:tav tm="100000">
                                          <p:val>
                                            <p:strVal val="#ppt_w"/>
                                          </p:val>
                                        </p:tav>
                                      </p:tavLst>
                                    </p:anim>
                                    <p:anim calcmode="lin" valueType="num">
                                      <p:cBhvr>
                                        <p:cTn id="20" dur="1000" fill="hold"/>
                                        <p:tgtEl>
                                          <p:spTgt spid="18437"/>
                                        </p:tgtEl>
                                        <p:attrNameLst>
                                          <p:attrName>ppt_h</p:attrName>
                                        </p:attrNameLst>
                                      </p:cBhvr>
                                      <p:tavLst>
                                        <p:tav tm="0">
                                          <p:val>
                                            <p:fltVal val="0"/>
                                          </p:val>
                                        </p:tav>
                                        <p:tav tm="100000">
                                          <p:val>
                                            <p:strVal val="#ppt_h"/>
                                          </p:val>
                                        </p:tav>
                                      </p:tavLst>
                                    </p:anim>
                                    <p:anim calcmode="lin" valueType="num">
                                      <p:cBhvr>
                                        <p:cTn id="21" dur="1000" fill="hold"/>
                                        <p:tgtEl>
                                          <p:spTgt spid="18437"/>
                                        </p:tgtEl>
                                        <p:attrNameLst>
                                          <p:attrName>style.rotation</p:attrName>
                                        </p:attrNameLst>
                                      </p:cBhvr>
                                      <p:tavLst>
                                        <p:tav tm="0">
                                          <p:val>
                                            <p:fltVal val="90"/>
                                          </p:val>
                                        </p:tav>
                                        <p:tav tm="100000">
                                          <p:val>
                                            <p:fltVal val="0"/>
                                          </p:val>
                                        </p:tav>
                                      </p:tavLst>
                                    </p:anim>
                                    <p:animEffect transition="in" filter="fade">
                                      <p:cBhvr>
                                        <p:cTn id="22" dur="1000"/>
                                        <p:tgtEl>
                                          <p:spTgt spid="18437"/>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6" grpId="0"/>
      <p:bldP spid="18437" grpId="0"/>
      <p:bldP spid="2" grpId="0"/>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3"/>
          <p:cNvSpPr>
            <a:spLocks noChangeArrowheads="1"/>
          </p:cNvSpPr>
          <p:nvPr/>
        </p:nvSpPr>
        <p:spPr bwMode="auto">
          <a:xfrm>
            <a:off x="5287964" y="404813"/>
            <a:ext cx="489108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3600"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几点思考</a:t>
            </a:r>
          </a:p>
        </p:txBody>
      </p:sp>
      <p:sp>
        <p:nvSpPr>
          <p:cNvPr id="18435" name="Text Box 2"/>
          <p:cNvSpPr txBox="1">
            <a:spLocks noChangeArrowheads="1"/>
          </p:cNvSpPr>
          <p:nvPr/>
        </p:nvSpPr>
        <p:spPr bwMode="auto">
          <a:xfrm>
            <a:off x="2057400" y="1319213"/>
            <a:ext cx="861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18436" name="Text Box 4"/>
          <p:cNvSpPr txBox="1">
            <a:spLocks noChangeArrowheads="1"/>
          </p:cNvSpPr>
          <p:nvPr/>
        </p:nvSpPr>
        <p:spPr bwMode="auto">
          <a:xfrm>
            <a:off x="1030437" y="2105067"/>
            <a:ext cx="9937104" cy="1208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marL="342900" indent="-342900">
              <a:lnSpc>
                <a:spcPct val="150000"/>
              </a:lnSpc>
              <a:defRPr/>
            </a:pP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集合和命题的基本恒等式的证明都基于相等的定义</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语义</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a:t>
            </a:r>
          </a:p>
          <a:p>
            <a:pPr marL="342900" indent="-342900">
              <a:lnSpc>
                <a:spcPct val="150000"/>
              </a:lnSpc>
              <a:defRPr/>
            </a:pP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初等代数的基本恒等式及其证明？</a:t>
            </a:r>
          </a:p>
        </p:txBody>
      </p:sp>
      <p:sp>
        <p:nvSpPr>
          <p:cNvPr id="2" name="Rectangle 3"/>
          <p:cNvSpPr>
            <a:spLocks noChangeArrowheads="1"/>
          </p:cNvSpPr>
          <p:nvPr/>
        </p:nvSpPr>
        <p:spPr bwMode="auto">
          <a:xfrm>
            <a:off x="349162" y="1681644"/>
            <a:ext cx="517077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a:spcBef>
                <a:spcPct val="50000"/>
              </a:spcBef>
              <a:buClr>
                <a:srgbClr val="FFC000"/>
              </a:buClr>
              <a:buSzPct val="80000"/>
              <a:buFont typeface="Wingdings" panose="05000000000000000000" pitchFamily="2" charset="2"/>
              <a:buChar char="n"/>
            </a:pPr>
            <a:r>
              <a:rPr lang="zh-CN" altLang="en-US" sz="2800" b="0" dirty="0">
                <a:solidFill>
                  <a:srgbClr val="FFFF0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关于基本恒等式的证明</a:t>
            </a:r>
          </a:p>
        </p:txBody>
      </p:sp>
      <p:sp>
        <p:nvSpPr>
          <p:cNvPr id="7" name="Rectangle 3"/>
          <p:cNvSpPr>
            <a:spLocks noChangeArrowheads="1"/>
          </p:cNvSpPr>
          <p:nvPr/>
        </p:nvSpPr>
        <p:spPr bwMode="auto">
          <a:xfrm>
            <a:off x="480815" y="3477044"/>
            <a:ext cx="914501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a:spcBef>
                <a:spcPct val="50000"/>
              </a:spcBef>
              <a:buClr>
                <a:srgbClr val="FFC000"/>
              </a:buClr>
              <a:buSzPct val="80000"/>
              <a:buFont typeface="Wingdings" panose="05000000000000000000" pitchFamily="2" charset="2"/>
              <a:buChar char="n"/>
            </a:pPr>
            <a:r>
              <a:rPr lang="zh-CN" altLang="en-US" sz="2800" b="0">
                <a:solidFill>
                  <a:srgbClr val="FFFF0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关于恒等式</a:t>
            </a:r>
            <a:r>
              <a:rPr lang="en-US" altLang="zh-CN" sz="2800" b="0">
                <a:solidFill>
                  <a:srgbClr val="FFFF0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a:t>
            </a:r>
            <a:r>
              <a:rPr lang="zh-CN" altLang="en-US" sz="2800" b="0">
                <a:solidFill>
                  <a:srgbClr val="FFFF0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代数、集合、命题</a:t>
            </a:r>
            <a:r>
              <a:rPr lang="en-US" altLang="zh-CN" sz="2800" b="0">
                <a:solidFill>
                  <a:srgbClr val="FFFF0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a:t>
            </a:r>
            <a:r>
              <a:rPr lang="zh-CN" altLang="en-US" sz="2800" b="0">
                <a:solidFill>
                  <a:srgbClr val="FFFF0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的证明方法</a:t>
            </a:r>
            <a:endParaRPr lang="zh-CN" altLang="en-US" sz="2800" b="0" dirty="0">
              <a:solidFill>
                <a:srgbClr val="FFFF0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endParaRPr>
          </a:p>
        </p:txBody>
      </p:sp>
      <p:sp>
        <p:nvSpPr>
          <p:cNvPr id="10" name="文本框 9"/>
          <p:cNvSpPr txBox="1"/>
          <p:nvPr/>
        </p:nvSpPr>
        <p:spPr>
          <a:xfrm>
            <a:off x="1056879" y="3953551"/>
            <a:ext cx="7992888" cy="1208729"/>
          </a:xfrm>
          <a:prstGeom prst="rect">
            <a:avLst/>
          </a:prstGeom>
          <a:noFill/>
        </p:spPr>
        <p:txBody>
          <a:bodyPr wrap="square">
            <a:spAutoFit/>
          </a:bodyPr>
          <a:lstStyle/>
          <a:p>
            <a:pPr marL="342900" indent="-342900">
              <a:lnSpc>
                <a:spcPct val="150000"/>
              </a:lnSpc>
              <a:spcBef>
                <a:spcPct val="20000"/>
              </a:spcBef>
              <a:buFont typeface="Arial" panose="020B0604020202020204" pitchFamily="34" charset="0"/>
              <a:buChar char="•"/>
              <a:defRPr/>
            </a:pPr>
            <a:r>
              <a:rPr lang="zh-CN" altLang="en-US" sz="2400" b="0" dirty="0">
                <a:solidFill>
                  <a:schemeClr val="bg1"/>
                </a:solidFill>
                <a:ea typeface="微软雅黑" panose="020B0503020204020204" pitchFamily="34" charset="-122"/>
                <a:cs typeface="Times New Roman" panose="02020603050405020304" pitchFamily="18" charset="0"/>
              </a:rPr>
              <a:t>基于语义</a:t>
            </a:r>
            <a:r>
              <a:rPr lang="en-US" altLang="zh-CN" sz="2400" b="0" dirty="0">
                <a:solidFill>
                  <a:schemeClr val="bg1"/>
                </a:solidFill>
                <a:ea typeface="微软雅黑" panose="020B0503020204020204" pitchFamily="34" charset="-122"/>
                <a:cs typeface="Times New Roman" panose="02020603050405020304" pitchFamily="18" charset="0"/>
              </a:rPr>
              <a:t>(</a:t>
            </a:r>
            <a:r>
              <a:rPr lang="en-US" altLang="zh-CN" sz="2400" b="0" dirty="0">
                <a:solidFill>
                  <a:schemeClr val="bg1"/>
                </a:solidFill>
                <a:ea typeface="微软雅黑" panose="020B0503020204020204" pitchFamily="34" charset="-122"/>
                <a:cs typeface="Times New Roman" panose="02020603050405020304" pitchFamily="18" charset="0"/>
                <a:sym typeface="Symbol" panose="05050102010706020507" pitchFamily="18" charset="2"/>
              </a:rPr>
              <a:t></a:t>
            </a:r>
            <a:r>
              <a:rPr lang="zh-CN" altLang="en-US" sz="2400" b="0" dirty="0">
                <a:solidFill>
                  <a:schemeClr val="bg1"/>
                </a:solidFill>
                <a:ea typeface="微软雅黑" panose="020B0503020204020204" pitchFamily="34" charset="-122"/>
                <a:cs typeface="Times New Roman" panose="02020603050405020304" pitchFamily="18" charset="0"/>
              </a:rPr>
              <a:t>的反对称性</a:t>
            </a:r>
            <a:r>
              <a:rPr lang="en-US" altLang="zh-CN" sz="2400" b="0" dirty="0">
                <a:solidFill>
                  <a:schemeClr val="bg1"/>
                </a:solidFill>
                <a:ea typeface="微软雅黑" panose="020B0503020204020204" pitchFamily="34" charset="-122"/>
                <a:cs typeface="Times New Roman" panose="02020603050405020304" pitchFamily="18" charset="0"/>
              </a:rPr>
              <a:t>,</a:t>
            </a:r>
            <a:r>
              <a:rPr lang="zh-CN" altLang="en-US" sz="2400" b="0" dirty="0">
                <a:solidFill>
                  <a:schemeClr val="bg1"/>
                </a:solidFill>
                <a:ea typeface="微软雅黑" panose="020B0503020204020204" pitchFamily="34" charset="-122"/>
                <a:cs typeface="Times New Roman" panose="02020603050405020304" pitchFamily="18" charset="0"/>
              </a:rPr>
              <a:t>真值表</a:t>
            </a:r>
            <a:r>
              <a:rPr lang="en-US" altLang="zh-CN" sz="2400" b="0" dirty="0">
                <a:solidFill>
                  <a:schemeClr val="bg1"/>
                </a:solidFill>
                <a:ea typeface="微软雅黑" panose="020B0503020204020204" pitchFamily="34" charset="-122"/>
                <a:cs typeface="Times New Roman" panose="02020603050405020304" pitchFamily="18" charset="0"/>
              </a:rPr>
              <a:t>)</a:t>
            </a:r>
            <a:r>
              <a:rPr lang="zh-CN" altLang="en-US" sz="2400" b="0" dirty="0">
                <a:solidFill>
                  <a:schemeClr val="bg1"/>
                </a:solidFill>
                <a:ea typeface="微软雅黑" panose="020B0503020204020204" pitchFamily="34" charset="-122"/>
                <a:cs typeface="Times New Roman" panose="02020603050405020304" pitchFamily="18" charset="0"/>
              </a:rPr>
              <a:t>：是否可以通用？</a:t>
            </a:r>
          </a:p>
          <a:p>
            <a:pPr marL="342900" indent="-342900">
              <a:lnSpc>
                <a:spcPct val="150000"/>
              </a:lnSpc>
              <a:spcBef>
                <a:spcPct val="20000"/>
              </a:spcBef>
              <a:buFont typeface="Arial" panose="020B0604020202020204" pitchFamily="34" charset="0"/>
              <a:buChar char="•"/>
              <a:defRPr/>
            </a:pPr>
            <a:r>
              <a:rPr lang="zh-CN" altLang="en-US" sz="2400" b="0" dirty="0">
                <a:solidFill>
                  <a:schemeClr val="bg1"/>
                </a:solidFill>
                <a:ea typeface="微软雅黑" panose="020B0503020204020204" pitchFamily="34" charset="-122"/>
                <a:cs typeface="Times New Roman" panose="02020603050405020304" pitchFamily="18" charset="0"/>
              </a:rPr>
              <a:t>基于演算：通用方法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8434"/>
                                        </p:tgtEl>
                                        <p:attrNameLst>
                                          <p:attrName>style.visibility</p:attrName>
                                        </p:attrNameLst>
                                      </p:cBhvr>
                                      <p:to>
                                        <p:strVal val="visible"/>
                                      </p:to>
                                    </p:set>
                                    <p:anim calcmode="lin" valueType="num">
                                      <p:cBhvr>
                                        <p:cTn id="7" dur="500" fill="hold"/>
                                        <p:tgtEl>
                                          <p:spTgt spid="18434"/>
                                        </p:tgtEl>
                                        <p:attrNameLst>
                                          <p:attrName>ppt_w</p:attrName>
                                        </p:attrNameLst>
                                      </p:cBhvr>
                                      <p:tavLst>
                                        <p:tav tm="0">
                                          <p:val>
                                            <p:fltVal val="0"/>
                                          </p:val>
                                        </p:tav>
                                        <p:tav tm="100000">
                                          <p:val>
                                            <p:strVal val="#ppt_w"/>
                                          </p:val>
                                        </p:tav>
                                      </p:tavLst>
                                    </p:anim>
                                    <p:anim calcmode="lin" valueType="num">
                                      <p:cBhvr>
                                        <p:cTn id="8" dur="500" fill="hold"/>
                                        <p:tgtEl>
                                          <p:spTgt spid="18434"/>
                                        </p:tgtEl>
                                        <p:attrNameLst>
                                          <p:attrName>ppt_h</p:attrName>
                                        </p:attrNameLst>
                                      </p:cBhvr>
                                      <p:tavLst>
                                        <p:tav tm="0">
                                          <p:val>
                                            <p:fltVal val="0"/>
                                          </p:val>
                                        </p:tav>
                                        <p:tav tm="100000">
                                          <p:val>
                                            <p:strVal val="#ppt_h"/>
                                          </p:val>
                                        </p:tav>
                                      </p:tavLst>
                                    </p:anim>
                                    <p:animEffect transition="in" filter="fade">
                                      <p:cBhvr>
                                        <p:cTn id="9" dur="500"/>
                                        <p:tgtEl>
                                          <p:spTgt spid="18434"/>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left)">
                                      <p:cBhvr>
                                        <p:cTn id="14" dur="500"/>
                                        <p:tgtEl>
                                          <p:spTgt spid="2"/>
                                        </p:tgtEl>
                                      </p:cBhvr>
                                    </p:animEffect>
                                  </p:childTnLst>
                                </p:cTn>
                              </p:par>
                            </p:childTnLst>
                          </p:cTn>
                        </p:par>
                        <p:par>
                          <p:cTn id="15" fill="hold">
                            <p:stCondLst>
                              <p:cond delay="500"/>
                            </p:stCondLst>
                            <p:childTnLst>
                              <p:par>
                                <p:cTn id="16" presetID="42" presetClass="entr" presetSubtype="0" fill="hold" nodeType="afterEffect">
                                  <p:stCondLst>
                                    <p:cond delay="0"/>
                                  </p:stCondLst>
                                  <p:childTnLst>
                                    <p:set>
                                      <p:cBhvr>
                                        <p:cTn id="17" dur="1" fill="hold">
                                          <p:stCondLst>
                                            <p:cond delay="0"/>
                                          </p:stCondLst>
                                        </p:cTn>
                                        <p:tgtEl>
                                          <p:spTgt spid="18436">
                                            <p:txEl>
                                              <p:pRg st="0" end="0"/>
                                            </p:txEl>
                                          </p:spTgt>
                                        </p:tgtEl>
                                        <p:attrNameLst>
                                          <p:attrName>style.visibility</p:attrName>
                                        </p:attrNameLst>
                                      </p:cBhvr>
                                      <p:to>
                                        <p:strVal val="visible"/>
                                      </p:to>
                                    </p:set>
                                    <p:animEffect transition="in" filter="fade">
                                      <p:cBhvr>
                                        <p:cTn id="18" dur="1000"/>
                                        <p:tgtEl>
                                          <p:spTgt spid="18436">
                                            <p:txEl>
                                              <p:pRg st="0" end="0"/>
                                            </p:txEl>
                                          </p:spTgt>
                                        </p:tgtEl>
                                      </p:cBhvr>
                                    </p:animEffect>
                                    <p:anim calcmode="lin" valueType="num">
                                      <p:cBhvr>
                                        <p:cTn id="19" dur="1000" fill="hold"/>
                                        <p:tgtEl>
                                          <p:spTgt spid="18436">
                                            <p:txEl>
                                              <p:pRg st="0" end="0"/>
                                            </p:txEl>
                                          </p:spTgt>
                                        </p:tgtEl>
                                        <p:attrNameLst>
                                          <p:attrName>ppt_x</p:attrName>
                                        </p:attrNameLst>
                                      </p:cBhvr>
                                      <p:tavLst>
                                        <p:tav tm="0">
                                          <p:val>
                                            <p:strVal val="#ppt_x"/>
                                          </p:val>
                                        </p:tav>
                                        <p:tav tm="100000">
                                          <p:val>
                                            <p:strVal val="#ppt_x"/>
                                          </p:val>
                                        </p:tav>
                                      </p:tavLst>
                                    </p:anim>
                                    <p:anim calcmode="lin" valueType="num">
                                      <p:cBhvr>
                                        <p:cTn id="20" dur="1000" fill="hold"/>
                                        <p:tgtEl>
                                          <p:spTgt spid="18436">
                                            <p:txEl>
                                              <p:pRg st="0" end="0"/>
                                            </p:txEl>
                                          </p:spTgt>
                                        </p:tgtEl>
                                        <p:attrNameLst>
                                          <p:attrName>ppt_y</p:attrName>
                                        </p:attrNameLst>
                                      </p:cBhvr>
                                      <p:tavLst>
                                        <p:tav tm="0">
                                          <p:val>
                                            <p:strVal val="#ppt_y+.1"/>
                                          </p:val>
                                        </p:tav>
                                        <p:tav tm="100000">
                                          <p:val>
                                            <p:strVal val="#ppt_y"/>
                                          </p:val>
                                        </p:tav>
                                      </p:tavLst>
                                    </p:anim>
                                  </p:childTnLst>
                                </p:cTn>
                              </p:par>
                            </p:childTnLst>
                          </p:cTn>
                        </p:par>
                        <p:par>
                          <p:cTn id="21" fill="hold">
                            <p:stCondLst>
                              <p:cond delay="1500"/>
                            </p:stCondLst>
                            <p:childTnLst>
                              <p:par>
                                <p:cTn id="22" presetID="42" presetClass="entr" presetSubtype="0" fill="hold" nodeType="afterEffect">
                                  <p:stCondLst>
                                    <p:cond delay="0"/>
                                  </p:stCondLst>
                                  <p:childTnLst>
                                    <p:set>
                                      <p:cBhvr>
                                        <p:cTn id="23" dur="1" fill="hold">
                                          <p:stCondLst>
                                            <p:cond delay="0"/>
                                          </p:stCondLst>
                                        </p:cTn>
                                        <p:tgtEl>
                                          <p:spTgt spid="18436">
                                            <p:txEl>
                                              <p:pRg st="1" end="1"/>
                                            </p:txEl>
                                          </p:spTgt>
                                        </p:tgtEl>
                                        <p:attrNameLst>
                                          <p:attrName>style.visibility</p:attrName>
                                        </p:attrNameLst>
                                      </p:cBhvr>
                                      <p:to>
                                        <p:strVal val="visible"/>
                                      </p:to>
                                    </p:set>
                                    <p:animEffect transition="in" filter="fade">
                                      <p:cBhvr>
                                        <p:cTn id="24" dur="1000"/>
                                        <p:tgtEl>
                                          <p:spTgt spid="18436">
                                            <p:txEl>
                                              <p:pRg st="1" end="1"/>
                                            </p:txEl>
                                          </p:spTgt>
                                        </p:tgtEl>
                                      </p:cBhvr>
                                    </p:animEffect>
                                    <p:anim calcmode="lin" valueType="num">
                                      <p:cBhvr>
                                        <p:cTn id="25" dur="1000" fill="hold"/>
                                        <p:tgtEl>
                                          <p:spTgt spid="18436">
                                            <p:txEl>
                                              <p:pRg st="1" end="1"/>
                                            </p:txEl>
                                          </p:spTgt>
                                        </p:tgtEl>
                                        <p:attrNameLst>
                                          <p:attrName>ppt_x</p:attrName>
                                        </p:attrNameLst>
                                      </p:cBhvr>
                                      <p:tavLst>
                                        <p:tav tm="0">
                                          <p:val>
                                            <p:strVal val="#ppt_x"/>
                                          </p:val>
                                        </p:tav>
                                        <p:tav tm="100000">
                                          <p:val>
                                            <p:strVal val="#ppt_x"/>
                                          </p:val>
                                        </p:tav>
                                      </p:tavLst>
                                    </p:anim>
                                    <p:anim calcmode="lin" valueType="num">
                                      <p:cBhvr>
                                        <p:cTn id="26" dur="1000" fill="hold"/>
                                        <p:tgtEl>
                                          <p:spTgt spid="1843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wipe(left)">
                                      <p:cBhvr>
                                        <p:cTn id="31" dur="500"/>
                                        <p:tgtEl>
                                          <p:spTgt spid="7"/>
                                        </p:tgtEl>
                                      </p:cBhvr>
                                    </p:animEffect>
                                  </p:childTnLst>
                                </p:cTn>
                              </p:par>
                            </p:childTnLst>
                          </p:cTn>
                        </p:par>
                        <p:par>
                          <p:cTn id="32" fill="hold">
                            <p:stCondLst>
                              <p:cond delay="500"/>
                            </p:stCondLst>
                            <p:childTnLst>
                              <p:par>
                                <p:cTn id="33" presetID="42" presetClass="entr" presetSubtype="0" fill="hold" nodeType="afterEffect">
                                  <p:stCondLst>
                                    <p:cond delay="0"/>
                                  </p:stCondLst>
                                  <p:childTnLst>
                                    <p:set>
                                      <p:cBhvr>
                                        <p:cTn id="34" dur="1" fill="hold">
                                          <p:stCondLst>
                                            <p:cond delay="0"/>
                                          </p:stCondLst>
                                        </p:cTn>
                                        <p:tgtEl>
                                          <p:spTgt spid="10">
                                            <p:txEl>
                                              <p:pRg st="0" end="0"/>
                                            </p:txEl>
                                          </p:spTgt>
                                        </p:tgtEl>
                                        <p:attrNameLst>
                                          <p:attrName>style.visibility</p:attrName>
                                        </p:attrNameLst>
                                      </p:cBhvr>
                                      <p:to>
                                        <p:strVal val="visible"/>
                                      </p:to>
                                    </p:set>
                                    <p:animEffect transition="in" filter="fade">
                                      <p:cBhvr>
                                        <p:cTn id="35" dur="1000"/>
                                        <p:tgtEl>
                                          <p:spTgt spid="10">
                                            <p:txEl>
                                              <p:pRg st="0" end="0"/>
                                            </p:txEl>
                                          </p:spTgt>
                                        </p:tgtEl>
                                      </p:cBhvr>
                                    </p:animEffect>
                                    <p:anim calcmode="lin" valueType="num">
                                      <p:cBhvr>
                                        <p:cTn id="36"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par>
                          <p:cTn id="38" fill="hold">
                            <p:stCondLst>
                              <p:cond delay="1500"/>
                            </p:stCondLst>
                            <p:childTnLst>
                              <p:par>
                                <p:cTn id="39" presetID="42" presetClass="entr" presetSubtype="0" fill="hold" nodeType="afterEffect">
                                  <p:stCondLst>
                                    <p:cond delay="0"/>
                                  </p:stCondLst>
                                  <p:childTnLst>
                                    <p:set>
                                      <p:cBhvr>
                                        <p:cTn id="40" dur="1" fill="hold">
                                          <p:stCondLst>
                                            <p:cond delay="0"/>
                                          </p:stCondLst>
                                        </p:cTn>
                                        <p:tgtEl>
                                          <p:spTgt spid="10">
                                            <p:txEl>
                                              <p:pRg st="1" end="1"/>
                                            </p:txEl>
                                          </p:spTgt>
                                        </p:tgtEl>
                                        <p:attrNameLst>
                                          <p:attrName>style.visibility</p:attrName>
                                        </p:attrNameLst>
                                      </p:cBhvr>
                                      <p:to>
                                        <p:strVal val="visible"/>
                                      </p:to>
                                    </p:set>
                                    <p:animEffect transition="in" filter="fade">
                                      <p:cBhvr>
                                        <p:cTn id="41" dur="1000"/>
                                        <p:tgtEl>
                                          <p:spTgt spid="10">
                                            <p:txEl>
                                              <p:pRg st="1" end="1"/>
                                            </p:txEl>
                                          </p:spTgt>
                                        </p:tgtEl>
                                      </p:cBhvr>
                                    </p:animEffect>
                                    <p:anim calcmode="lin" valueType="num">
                                      <p:cBhvr>
                                        <p:cTn id="42"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43"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p:bldP spid="2" grpId="0"/>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Rectangle 2"/>
          <p:cNvSpPr txBox="1">
            <a:spLocks noChangeArrowheads="1"/>
          </p:cNvSpPr>
          <p:nvPr/>
        </p:nvSpPr>
        <p:spPr bwMode="auto">
          <a:xfrm>
            <a:off x="4871864" y="116632"/>
            <a:ext cx="732013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40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作业</a:t>
            </a:r>
            <a:endParaRPr lang="en-US" altLang="zh-CN" sz="40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spcBef>
                <a:spcPct val="0"/>
              </a:spcBef>
              <a:buFontTx/>
              <a:buNone/>
            </a:pPr>
            <a:r>
              <a:rPr lang="en-US" altLang="zh-CN" sz="40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36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62</a:t>
            </a:r>
            <a:r>
              <a:rPr lang="zh-CN" altLang="en-US"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9, 10(1), 13</a:t>
            </a:r>
            <a:endParaRPr lang="zh-CN" altLang="en-US" sz="36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圆角矩形 4"/>
          <p:cNvSpPr>
            <a:spLocks noChangeArrowheads="1"/>
          </p:cNvSpPr>
          <p:nvPr/>
        </p:nvSpPr>
        <p:spPr bwMode="auto">
          <a:xfrm>
            <a:off x="263352" y="1556791"/>
            <a:ext cx="11665296" cy="4943673"/>
          </a:xfrm>
          <a:prstGeom prst="roundRect">
            <a:avLst>
              <a:gd name="adj" fmla="val 5406"/>
            </a:avLst>
          </a:prstGeom>
          <a:noFill/>
          <a:ln w="38100" algn="ctr">
            <a:solidFill>
              <a:srgbClr val="92D050"/>
            </a:solidFill>
            <a:rou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en-US" sz="1600">
              <a:solidFill>
                <a:schemeClr val="tx1"/>
              </a:solidFill>
              <a:latin typeface="Times New Roman" panose="02020603050405020304" pitchFamily="18" charset="0"/>
            </a:endParaRPr>
          </a:p>
        </p:txBody>
      </p:sp>
      <p:sp>
        <p:nvSpPr>
          <p:cNvPr id="9" name="文本框 8"/>
          <p:cNvSpPr txBox="1"/>
          <p:nvPr/>
        </p:nvSpPr>
        <p:spPr>
          <a:xfrm>
            <a:off x="479376" y="1569342"/>
            <a:ext cx="11521280" cy="4555093"/>
          </a:xfrm>
          <a:prstGeom prst="rect">
            <a:avLst/>
          </a:prstGeom>
          <a:noFill/>
        </p:spPr>
        <p:txBody>
          <a:bodyPr wrap="square">
            <a:spAutoFit/>
          </a:bodyPr>
          <a:lstStyle>
            <a:defPPr>
              <a:defRPr lang="zh-CN"/>
            </a:defPPr>
            <a:lvl1pPr>
              <a:lnSpc>
                <a:spcPct val="120000"/>
              </a:lnSpc>
              <a:defRPr sz="2400" b="0">
                <a:solidFill>
                  <a:schemeClr val="bg1"/>
                </a:solidFill>
                <a:ea typeface="微软雅黑" panose="020B0503020204020204" pitchFamily="34" charset="-122"/>
                <a:cs typeface="Times New Roman" panose="02020603050405020304" pitchFamily="18" charset="0"/>
              </a:defRPr>
            </a:lvl1pPr>
          </a:lstStyle>
          <a:p>
            <a:pPr>
              <a:lnSpc>
                <a:spcPct val="150000"/>
              </a:lnSpc>
            </a:pPr>
            <a:r>
              <a:rPr lang="en-US" altLang="zh-CN" sz="2000" dirty="0"/>
              <a:t>1. </a:t>
            </a:r>
            <a:r>
              <a:rPr lang="zh-CN" altLang="en-US" sz="2000" dirty="0"/>
              <a:t>将下列两个命题符号化</a:t>
            </a:r>
            <a:r>
              <a:rPr lang="en-US" altLang="zh-CN" sz="2000" dirty="0"/>
              <a:t>,</a:t>
            </a:r>
            <a:r>
              <a:rPr lang="zh-CN" altLang="en-US" sz="2000" dirty="0"/>
              <a:t>并分别用真值表和等值演算的方法证明所得到的那两个命题公式是等值的。</a:t>
            </a:r>
          </a:p>
          <a:p>
            <a:pPr>
              <a:lnSpc>
                <a:spcPct val="150000"/>
              </a:lnSpc>
            </a:pPr>
            <a:r>
              <a:rPr lang="en-US" altLang="zh-CN" sz="2000" dirty="0"/>
              <a:t>   (1)</a:t>
            </a:r>
            <a:r>
              <a:rPr lang="zh-CN" altLang="en-US" sz="2000" dirty="0"/>
              <a:t>你不会休息所以就不会工作</a:t>
            </a:r>
            <a:r>
              <a:rPr lang="en-US" altLang="zh-CN" sz="2000" dirty="0"/>
              <a:t>, </a:t>
            </a:r>
            <a:r>
              <a:rPr lang="zh-CN" altLang="en-US" sz="2000" dirty="0"/>
              <a:t>你没有丰富的知识所以你就不会工作</a:t>
            </a:r>
            <a:r>
              <a:rPr lang="en-US" altLang="zh-CN" sz="2000" dirty="0"/>
              <a:t>;</a:t>
            </a:r>
            <a:endParaRPr lang="zh-CN" altLang="en-US" sz="2000" dirty="0"/>
          </a:p>
          <a:p>
            <a:pPr>
              <a:lnSpc>
                <a:spcPct val="150000"/>
              </a:lnSpc>
            </a:pPr>
            <a:r>
              <a:rPr lang="en-US" altLang="zh-CN" sz="2000" dirty="0"/>
              <a:t>   (2)</a:t>
            </a:r>
            <a:r>
              <a:rPr lang="zh-CN" altLang="en-US" sz="2000" dirty="0"/>
              <a:t>你会工作所以一定会休息并具有丰富的知识。</a:t>
            </a:r>
          </a:p>
          <a:p>
            <a:pPr>
              <a:lnSpc>
                <a:spcPct val="150000"/>
              </a:lnSpc>
              <a:spcBef>
                <a:spcPts val="1200"/>
              </a:spcBef>
            </a:pPr>
            <a:r>
              <a:rPr lang="en-US" altLang="zh-CN" sz="2000" dirty="0"/>
              <a:t>2. </a:t>
            </a:r>
            <a:r>
              <a:rPr lang="zh-CN" altLang="en-US" sz="2000" dirty="0"/>
              <a:t>用等值演算的方法证明命题恒等式</a:t>
            </a:r>
            <a:r>
              <a:rPr lang="en-US" altLang="zh-CN" sz="2000" i="1" dirty="0"/>
              <a:t>p</a:t>
            </a:r>
            <a:r>
              <a:rPr lang="en-US" altLang="zh-CN" sz="2000" dirty="0">
                <a:sym typeface="Symbol" panose="05050102010706020507" pitchFamily="18" charset="2"/>
              </a:rPr>
              <a:t></a:t>
            </a:r>
            <a:r>
              <a:rPr lang="en-US" altLang="zh-CN" sz="2000" dirty="0"/>
              <a:t>(</a:t>
            </a:r>
            <a:r>
              <a:rPr lang="en-US" altLang="zh-CN" sz="2000" i="1" dirty="0" err="1"/>
              <a:t>q</a:t>
            </a:r>
            <a:r>
              <a:rPr lang="en-US" altLang="zh-CN" sz="2000" dirty="0" err="1">
                <a:sym typeface="Symbol" panose="05050102010706020507" pitchFamily="18" charset="2"/>
              </a:rPr>
              <a:t></a:t>
            </a:r>
            <a:r>
              <a:rPr lang="en-US" altLang="zh-CN" sz="2000" i="1" dirty="0" err="1"/>
              <a:t>p</a:t>
            </a:r>
            <a:r>
              <a:rPr lang="en-US" altLang="zh-CN" sz="2000" dirty="0"/>
              <a:t>)=</a:t>
            </a:r>
            <a:r>
              <a:rPr lang="en-US" altLang="zh-CN" sz="2000" dirty="0">
                <a:sym typeface="Symbol" panose="05050102010706020507" pitchFamily="18" charset="2"/>
              </a:rPr>
              <a:t></a:t>
            </a:r>
            <a:r>
              <a:rPr lang="en-US" altLang="zh-CN" sz="2000" i="1" dirty="0"/>
              <a:t>p</a:t>
            </a:r>
            <a:r>
              <a:rPr lang="en-US" altLang="zh-CN" sz="2000" dirty="0">
                <a:sym typeface="Symbol" panose="05050102010706020507" pitchFamily="18" charset="2"/>
              </a:rPr>
              <a:t></a:t>
            </a:r>
            <a:r>
              <a:rPr lang="en-US" altLang="zh-CN" sz="2000" dirty="0"/>
              <a:t>(</a:t>
            </a:r>
            <a:r>
              <a:rPr lang="en-US" altLang="zh-CN" sz="2000" i="1" dirty="0"/>
              <a:t>p</a:t>
            </a:r>
            <a:r>
              <a:rPr lang="en-US" altLang="zh-CN" sz="2000" dirty="0">
                <a:sym typeface="Symbol" panose="05050102010706020507" pitchFamily="18" charset="2"/>
              </a:rPr>
              <a:t></a:t>
            </a:r>
            <a:r>
              <a:rPr lang="en-US" altLang="zh-CN" sz="2000" i="1" dirty="0"/>
              <a:t>q</a:t>
            </a:r>
            <a:r>
              <a:rPr lang="en-US" altLang="zh-CN" sz="2000" dirty="0"/>
              <a:t>)</a:t>
            </a:r>
            <a:r>
              <a:rPr lang="zh-CN" altLang="en-US" sz="2000" dirty="0"/>
              <a:t>。</a:t>
            </a:r>
          </a:p>
          <a:p>
            <a:pPr>
              <a:lnSpc>
                <a:spcPct val="150000"/>
              </a:lnSpc>
              <a:spcBef>
                <a:spcPts val="1200"/>
              </a:spcBef>
            </a:pPr>
            <a:r>
              <a:rPr lang="en-US" altLang="zh-CN" sz="2000" dirty="0"/>
              <a:t>3. </a:t>
            </a:r>
            <a:r>
              <a:rPr lang="zh-CN" altLang="en-US" sz="2000" dirty="0"/>
              <a:t>一教师要从</a:t>
            </a:r>
            <a:r>
              <a:rPr lang="en-US" altLang="zh-CN" sz="2000" dirty="0"/>
              <a:t>3</a:t>
            </a:r>
            <a:r>
              <a:rPr lang="zh-CN" altLang="en-US" sz="2000" dirty="0"/>
              <a:t>名学生</a:t>
            </a:r>
            <a:r>
              <a:rPr lang="en-US" altLang="zh-CN" sz="2000" i="1" dirty="0"/>
              <a:t>A</a:t>
            </a:r>
            <a:r>
              <a:rPr lang="en-US" altLang="zh-CN" sz="2000" dirty="0"/>
              <a:t>, </a:t>
            </a:r>
            <a:r>
              <a:rPr lang="en-US" altLang="zh-CN" sz="2000" i="1" dirty="0"/>
              <a:t>B</a:t>
            </a:r>
            <a:r>
              <a:rPr lang="zh-CN" altLang="en-US" sz="2000" dirty="0"/>
              <a:t>和</a:t>
            </a:r>
            <a:r>
              <a:rPr lang="en-US" altLang="zh-CN" sz="2000" i="1" dirty="0"/>
              <a:t>C</a:t>
            </a:r>
            <a:r>
              <a:rPr lang="zh-CN" altLang="en-US" sz="2000" dirty="0"/>
              <a:t>中选派</a:t>
            </a:r>
            <a:r>
              <a:rPr lang="en-US" altLang="zh-CN" sz="2000" dirty="0"/>
              <a:t>1</a:t>
            </a:r>
            <a:r>
              <a:rPr lang="zh-CN" altLang="en-US" sz="2000" dirty="0"/>
              <a:t>～</a:t>
            </a:r>
            <a:r>
              <a:rPr lang="en-US" altLang="zh-CN" sz="2000" dirty="0"/>
              <a:t>2</a:t>
            </a:r>
            <a:r>
              <a:rPr lang="zh-CN" altLang="en-US" sz="2000" dirty="0"/>
              <a:t>人参加市级科技竞赛</a:t>
            </a:r>
            <a:r>
              <a:rPr lang="en-US" altLang="zh-CN" sz="2000" dirty="0"/>
              <a:t>,</a:t>
            </a:r>
            <a:r>
              <a:rPr lang="zh-CN" altLang="en-US" sz="2000" dirty="0"/>
              <a:t>需满足以下条件：</a:t>
            </a:r>
          </a:p>
          <a:p>
            <a:pPr>
              <a:lnSpc>
                <a:spcPct val="150000"/>
              </a:lnSpc>
            </a:pPr>
            <a:r>
              <a:rPr lang="en-US" altLang="zh-CN" sz="2000" dirty="0"/>
              <a:t>   (1)</a:t>
            </a:r>
            <a:r>
              <a:rPr lang="zh-CN" altLang="en-US" sz="2000" dirty="0"/>
              <a:t>若</a:t>
            </a:r>
            <a:r>
              <a:rPr lang="en-US" altLang="zh-CN" sz="2000" i="1" dirty="0"/>
              <a:t>A</a:t>
            </a:r>
            <a:r>
              <a:rPr lang="zh-CN" altLang="en-US" sz="2000" dirty="0"/>
              <a:t>去</a:t>
            </a:r>
            <a:r>
              <a:rPr lang="en-US" altLang="zh-CN" sz="2000" dirty="0"/>
              <a:t>, </a:t>
            </a:r>
            <a:r>
              <a:rPr lang="zh-CN" altLang="en-US" sz="2000" dirty="0"/>
              <a:t>则</a:t>
            </a:r>
            <a:r>
              <a:rPr lang="en-US" altLang="zh-CN" sz="2000" i="1" dirty="0"/>
              <a:t>C</a:t>
            </a:r>
            <a:r>
              <a:rPr lang="zh-CN" altLang="en-US" sz="2000" dirty="0"/>
              <a:t>同去</a:t>
            </a:r>
            <a:r>
              <a:rPr lang="en-US" altLang="zh-CN" sz="2000" dirty="0"/>
              <a:t>;</a:t>
            </a:r>
            <a:endParaRPr lang="zh-CN" altLang="en-US" sz="2000" dirty="0"/>
          </a:p>
          <a:p>
            <a:pPr>
              <a:lnSpc>
                <a:spcPct val="150000"/>
              </a:lnSpc>
            </a:pPr>
            <a:r>
              <a:rPr lang="en-US" altLang="zh-CN" sz="2000" dirty="0"/>
              <a:t>   (2)</a:t>
            </a:r>
            <a:r>
              <a:rPr lang="zh-CN" altLang="en-US" sz="2000" dirty="0"/>
              <a:t>若</a:t>
            </a:r>
            <a:r>
              <a:rPr lang="en-US" altLang="zh-CN" sz="2000" i="1" dirty="0"/>
              <a:t>B</a:t>
            </a:r>
            <a:r>
              <a:rPr lang="zh-CN" altLang="en-US" sz="2000" dirty="0"/>
              <a:t>去</a:t>
            </a:r>
            <a:r>
              <a:rPr lang="en-US" altLang="zh-CN" sz="2000" dirty="0"/>
              <a:t>, </a:t>
            </a:r>
            <a:r>
              <a:rPr lang="zh-CN" altLang="en-US" sz="2000" dirty="0"/>
              <a:t>则</a:t>
            </a:r>
            <a:r>
              <a:rPr lang="en-US" altLang="zh-CN" sz="2000" i="1" dirty="0"/>
              <a:t>C</a:t>
            </a:r>
            <a:r>
              <a:rPr lang="zh-CN" altLang="en-US" sz="2000" dirty="0"/>
              <a:t>不能去</a:t>
            </a:r>
            <a:r>
              <a:rPr lang="en-US" altLang="zh-CN" sz="2000" dirty="0"/>
              <a:t>;</a:t>
            </a:r>
            <a:endParaRPr lang="zh-CN" altLang="en-US" sz="2000" dirty="0"/>
          </a:p>
          <a:p>
            <a:pPr>
              <a:lnSpc>
                <a:spcPct val="150000"/>
              </a:lnSpc>
            </a:pPr>
            <a:r>
              <a:rPr lang="en-US" altLang="zh-CN" sz="2000" dirty="0"/>
              <a:t>   (3)</a:t>
            </a:r>
            <a:r>
              <a:rPr lang="zh-CN" altLang="en-US" sz="2000" dirty="0"/>
              <a:t>若</a:t>
            </a:r>
            <a:r>
              <a:rPr lang="en-US" altLang="zh-CN" sz="2000" i="1" dirty="0"/>
              <a:t>C</a:t>
            </a:r>
            <a:r>
              <a:rPr lang="zh-CN" altLang="en-US" sz="2000" dirty="0"/>
              <a:t>不去</a:t>
            </a:r>
            <a:r>
              <a:rPr lang="en-US" altLang="zh-CN" sz="2000" dirty="0"/>
              <a:t>, </a:t>
            </a:r>
            <a:r>
              <a:rPr lang="zh-CN" altLang="en-US" sz="2000" dirty="0"/>
              <a:t>则</a:t>
            </a:r>
            <a:r>
              <a:rPr lang="en-US" altLang="zh-CN" sz="2000" i="1" dirty="0"/>
              <a:t>A</a:t>
            </a:r>
            <a:r>
              <a:rPr lang="zh-CN" altLang="en-US" sz="2000" dirty="0"/>
              <a:t>或</a:t>
            </a:r>
            <a:r>
              <a:rPr lang="en-US" altLang="zh-CN" sz="2000" i="1" dirty="0"/>
              <a:t>B</a:t>
            </a:r>
            <a:r>
              <a:rPr lang="zh-CN" altLang="en-US" sz="2000" dirty="0"/>
              <a:t>可以去。</a:t>
            </a:r>
          </a:p>
          <a:p>
            <a:pPr>
              <a:lnSpc>
                <a:spcPct val="150000"/>
              </a:lnSpc>
            </a:pPr>
            <a:r>
              <a:rPr lang="zh-CN" altLang="en-US" sz="2000" dirty="0"/>
              <a:t>问该如何选派？</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withEffect">
                                  <p:stCondLst>
                                    <p:cond delay="0"/>
                                  </p:stCondLst>
                                  <p:childTnLst>
                                    <p:set>
                                      <p:cBhvr>
                                        <p:cTn id="6" dur="1" fill="hold">
                                          <p:stCondLst>
                                            <p:cond delay="0"/>
                                          </p:stCondLst>
                                        </p:cTn>
                                        <p:tgtEl>
                                          <p:spTgt spid="37892"/>
                                        </p:tgtEl>
                                        <p:attrNameLst>
                                          <p:attrName>style.visibility</p:attrName>
                                        </p:attrNameLst>
                                      </p:cBhvr>
                                      <p:to>
                                        <p:strVal val="visible"/>
                                      </p:to>
                                    </p:set>
                                    <p:anim calcmode="lin" valueType="num">
                                      <p:cBhvr>
                                        <p:cTn id="7" dur="1000" fill="hold"/>
                                        <p:tgtEl>
                                          <p:spTgt spid="37892"/>
                                        </p:tgtEl>
                                        <p:attrNameLst>
                                          <p:attrName>ppt_w</p:attrName>
                                        </p:attrNameLst>
                                      </p:cBhvr>
                                      <p:tavLst>
                                        <p:tav tm="0">
                                          <p:val>
                                            <p:fltVal val="0"/>
                                          </p:val>
                                        </p:tav>
                                        <p:tav tm="100000">
                                          <p:val>
                                            <p:strVal val="#ppt_w"/>
                                          </p:val>
                                        </p:tav>
                                      </p:tavLst>
                                    </p:anim>
                                    <p:anim calcmode="lin" valueType="num">
                                      <p:cBhvr>
                                        <p:cTn id="8" dur="1000" fill="hold"/>
                                        <p:tgtEl>
                                          <p:spTgt spid="37892"/>
                                        </p:tgtEl>
                                        <p:attrNameLst>
                                          <p:attrName>ppt_h</p:attrName>
                                        </p:attrNameLst>
                                      </p:cBhvr>
                                      <p:tavLst>
                                        <p:tav tm="0">
                                          <p:val>
                                            <p:fltVal val="0"/>
                                          </p:val>
                                        </p:tav>
                                        <p:tav tm="100000">
                                          <p:val>
                                            <p:strVal val="#ppt_h"/>
                                          </p:val>
                                        </p:tav>
                                      </p:tavLst>
                                    </p:anim>
                                    <p:anim calcmode="lin" valueType="num">
                                      <p:cBhvr>
                                        <p:cTn id="9" dur="1000" fill="hold"/>
                                        <p:tgtEl>
                                          <p:spTgt spid="37892"/>
                                        </p:tgtEl>
                                        <p:attrNameLst>
                                          <p:attrName>style.rotation</p:attrName>
                                        </p:attrNameLst>
                                      </p:cBhvr>
                                      <p:tavLst>
                                        <p:tav tm="0">
                                          <p:val>
                                            <p:fltVal val="90"/>
                                          </p:val>
                                        </p:tav>
                                        <p:tav tm="100000">
                                          <p:val>
                                            <p:fltVal val="0"/>
                                          </p:val>
                                        </p:tav>
                                      </p:tavLst>
                                    </p:anim>
                                    <p:animEffect transition="in" filter="fade">
                                      <p:cBhvr>
                                        <p:cTn id="10" dur="1000"/>
                                        <p:tgtEl>
                                          <p:spTgt spid="37892"/>
                                        </p:tgtEl>
                                      </p:cBhvr>
                                    </p:animEffect>
                                  </p:childTnLst>
                                </p:cTn>
                              </p:par>
                            </p:childTnLst>
                          </p:cTn>
                        </p:par>
                        <p:par>
                          <p:cTn id="11" fill="hold">
                            <p:stCondLst>
                              <p:cond delay="1000"/>
                            </p:stCondLst>
                            <p:childTnLst>
                              <p:par>
                                <p:cTn id="12" presetID="53" presetClass="entr" presetSubtype="16" fill="hold" grpId="0" nodeType="after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p:cTn id="14" dur="500" fill="hold"/>
                                        <p:tgtEl>
                                          <p:spTgt spid="9"/>
                                        </p:tgtEl>
                                        <p:attrNameLst>
                                          <p:attrName>ppt_w</p:attrName>
                                        </p:attrNameLst>
                                      </p:cBhvr>
                                      <p:tavLst>
                                        <p:tav tm="0">
                                          <p:val>
                                            <p:fltVal val="0"/>
                                          </p:val>
                                        </p:tav>
                                        <p:tav tm="100000">
                                          <p:val>
                                            <p:strVal val="#ppt_w"/>
                                          </p:val>
                                        </p:tav>
                                      </p:tavLst>
                                    </p:anim>
                                    <p:anim calcmode="lin" valueType="num">
                                      <p:cBhvr>
                                        <p:cTn id="15" dur="500" fill="hold"/>
                                        <p:tgtEl>
                                          <p:spTgt spid="9"/>
                                        </p:tgtEl>
                                        <p:attrNameLst>
                                          <p:attrName>ppt_h</p:attrName>
                                        </p:attrNameLst>
                                      </p:cBhvr>
                                      <p:tavLst>
                                        <p:tav tm="0">
                                          <p:val>
                                            <p:fltVal val="0"/>
                                          </p:val>
                                        </p:tav>
                                        <p:tav tm="100000">
                                          <p:val>
                                            <p:strVal val="#ppt_h"/>
                                          </p:val>
                                        </p:tav>
                                      </p:tavLst>
                                    </p:anim>
                                    <p:animEffect transition="in" filter="fade">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2" grpId="0"/>
      <p:bldP spid="9" grpId="0"/>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TUxMDZlMWMxNThhZTg1OTc1ODg1MTk0MzVmZTYzZTEifQ=="/>
</p:tagLst>
</file>

<file path=ppt/tags/tag2.xml><?xml version="1.0" encoding="utf-8"?>
<p:tagLst xmlns:a="http://schemas.openxmlformats.org/drawingml/2006/main" xmlns:r="http://schemas.openxmlformats.org/officeDocument/2006/relationships" xmlns:p="http://schemas.openxmlformats.org/presentationml/2006/main">
  <p:tag name="TIMING" val="|4.6|4.6|10.6|6.2|3.8|3.8"/>
</p:tagLst>
</file>

<file path=ppt/tags/tag3.xml><?xml version="1.0" encoding="utf-8"?>
<p:tagLst xmlns:a="http://schemas.openxmlformats.org/drawingml/2006/main" xmlns:r="http://schemas.openxmlformats.org/officeDocument/2006/relationships" xmlns:p="http://schemas.openxmlformats.org/presentationml/2006/main">
  <p:tag name="TIMING" val="|1.6|8.6|1.5|3.5|3.1|3.7|5.1|2.8|4.3|3.9|3.6"/>
</p:tagLst>
</file>

<file path=ppt/tags/tag4.xml><?xml version="1.0" encoding="utf-8"?>
<p:tagLst xmlns:a="http://schemas.openxmlformats.org/drawingml/2006/main" xmlns:r="http://schemas.openxmlformats.org/officeDocument/2006/relationships" xmlns:p="http://schemas.openxmlformats.org/presentationml/2006/main">
  <p:tag name="TIMING" val="|1.6"/>
</p:tagLst>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50000"/>
          </a:spcBef>
          <a:spcAft>
            <a:spcPct val="0"/>
          </a:spcAft>
          <a:buClrTx/>
          <a:buSzTx/>
          <a:buFontTx/>
          <a:buNone/>
          <a:defRPr kumimoji="1" lang="zh-CN" altLang="en-US"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50000"/>
          </a:spcBef>
          <a:spcAft>
            <a:spcPct val="0"/>
          </a:spcAft>
          <a:buClrTx/>
          <a:buSzTx/>
          <a:buFontTx/>
          <a:buNone/>
          <a:defRPr kumimoji="1" lang="zh-CN" altLang="en-US"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162</TotalTime>
  <Words>3134</Words>
  <Application>Microsoft Office PowerPoint</Application>
  <PresentationFormat>宽屏</PresentationFormat>
  <Paragraphs>315</Paragraphs>
  <Slides>23</Slides>
  <Notes>5</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23</vt:i4>
      </vt:variant>
    </vt:vector>
  </HeadingPairs>
  <TitlesOfParts>
    <vt:vector size="33" baseType="lpstr">
      <vt:lpstr>楷体_GB2312</vt:lpstr>
      <vt:lpstr>宋体</vt:lpstr>
      <vt:lpstr>微软雅黑</vt:lpstr>
      <vt:lpstr>Arial</vt:lpstr>
      <vt:lpstr>Calibri</vt:lpstr>
      <vt:lpstr>Symbol</vt:lpstr>
      <vt:lpstr>Tahoma</vt:lpstr>
      <vt:lpstr>Times New Roman</vt:lpstr>
      <vt:lpstr>Wingdings</vt:lpstr>
      <vt:lpstr>默认设计模板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等值演算</vt:lpstr>
      <vt:lpstr>等值演算-例子</vt:lpstr>
      <vt:lpstr>例3.2.3  用等值演算证明:     (p∨q)→r =(p→r)∧(q→r)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番茄花园</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番茄花园</dc:creator>
  <cp:lastModifiedBy>86186</cp:lastModifiedBy>
  <cp:revision>791</cp:revision>
  <dcterms:created xsi:type="dcterms:W3CDTF">2008-05-09T05:16:00Z</dcterms:created>
  <dcterms:modified xsi:type="dcterms:W3CDTF">2026-03-16T02:05:37Z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206DBB4871A04EC8AD156E852AE36397_12</vt:lpwstr>
  </property>
  <property fmtid="{D5CDD505-2E9C-101B-9397-08002B2CF9AE}" pid="3" name="KSOProductBuildVer">
    <vt:lpwstr>2052-12.1.0.16388</vt:lpwstr>
  </property>
</Properties>
</file>